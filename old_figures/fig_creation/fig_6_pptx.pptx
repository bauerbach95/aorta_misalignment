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7"/>
  </p:notesMasterIdLst>
  <p:sldIdLst>
    <p:sldId id="261" r:id="rId2"/>
    <p:sldId id="263" r:id="rId3"/>
    <p:sldId id="264" r:id="rId4"/>
    <p:sldId id="265" r:id="rId5"/>
    <p:sldId id="262" r:id="rId6"/>
  </p:sldIdLst>
  <p:sldSz cx="7562850" cy="99393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95" userDrawn="1">
          <p15:clr>
            <a:srgbClr val="A4A3A4"/>
          </p15:clr>
        </p15:guide>
        <p15:guide id="2" pos="3750" userDrawn="1">
          <p15:clr>
            <a:srgbClr val="A4A3A4"/>
          </p15:clr>
        </p15:guide>
        <p15:guide id="4" orient="horz" pos="5939" userDrawn="1">
          <p15:clr>
            <a:srgbClr val="A4A3A4"/>
          </p15:clr>
        </p15:guide>
        <p15:guide id="5" orient="horz" pos="4499" userDrawn="1">
          <p15:clr>
            <a:srgbClr val="A4A3A4"/>
          </p15:clr>
        </p15:guide>
        <p15:guide id="6" pos="2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37"/>
    <p:restoredTop sz="94719"/>
  </p:normalViewPr>
  <p:slideViewPr>
    <p:cSldViewPr snapToGrid="0" showGuides="1">
      <p:cViewPr>
        <p:scale>
          <a:sx n="98" d="100"/>
          <a:sy n="98" d="100"/>
        </p:scale>
        <p:origin x="3800" y="304"/>
      </p:cViewPr>
      <p:guideLst>
        <p:guide orient="horz" pos="5795"/>
        <p:guide pos="3750"/>
        <p:guide orient="horz" pos="5939"/>
        <p:guide orient="horz" pos="4499"/>
        <p:guide pos="25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4F087-AC96-2341-BEC2-23F010E2C901}" type="datetimeFigureOut">
              <a:rPr lang="en-US" smtClean="0"/>
              <a:t>11/12/22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54250" y="1143000"/>
            <a:ext cx="2349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1912B5-17F9-7B4A-9EE2-E3308FDCF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44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1912B5-17F9-7B4A-9EE2-E3308FDCF8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85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626647"/>
            <a:ext cx="6428423" cy="3460362"/>
          </a:xfrm>
        </p:spPr>
        <p:txBody>
          <a:bodyPr anchor="b"/>
          <a:lstStyle>
            <a:lvl1pPr algn="ctr">
              <a:defRPr sz="49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356" y="5220454"/>
            <a:ext cx="5672138" cy="2399705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150" indent="0" algn="ctr">
              <a:buNone/>
              <a:defRPr sz="1654"/>
            </a:lvl2pPr>
            <a:lvl3pPr marL="756300" indent="0" algn="ctr">
              <a:buNone/>
              <a:defRPr sz="1489"/>
            </a:lvl3pPr>
            <a:lvl4pPr marL="1134450" indent="0" algn="ctr">
              <a:buNone/>
              <a:defRPr sz="1323"/>
            </a:lvl4pPr>
            <a:lvl5pPr marL="1512600" indent="0" algn="ctr">
              <a:buNone/>
              <a:defRPr sz="1323"/>
            </a:lvl5pPr>
            <a:lvl6pPr marL="1890751" indent="0" algn="ctr">
              <a:buNone/>
              <a:defRPr sz="1323"/>
            </a:lvl6pPr>
            <a:lvl7pPr marL="2268901" indent="0" algn="ctr">
              <a:buNone/>
              <a:defRPr sz="1323"/>
            </a:lvl7pPr>
            <a:lvl8pPr marL="2647051" indent="0" algn="ctr">
              <a:buNone/>
              <a:defRPr sz="1323"/>
            </a:lvl8pPr>
            <a:lvl9pPr marL="3025201" indent="0" algn="ctr">
              <a:buNone/>
              <a:defRPr sz="13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11/12/22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634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11/12/22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13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007" y="2477935"/>
            <a:ext cx="6522958" cy="4134488"/>
          </a:xfrm>
        </p:spPr>
        <p:txBody>
          <a:bodyPr anchor="b"/>
          <a:lstStyle>
            <a:lvl1pPr>
              <a:defRPr sz="49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6007" y="6651537"/>
            <a:ext cx="6522958" cy="2174229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/>
                </a:solidFill>
              </a:defRPr>
            </a:lvl1pPr>
            <a:lvl2pPr marL="378150" indent="0">
              <a:buNone/>
              <a:defRPr sz="1654">
                <a:solidFill>
                  <a:schemeClr val="tx1">
                    <a:tint val="75000"/>
                  </a:schemeClr>
                </a:solidFill>
              </a:defRPr>
            </a:lvl2pPr>
            <a:lvl3pPr marL="756300" indent="0">
              <a:buNone/>
              <a:defRPr sz="1489">
                <a:solidFill>
                  <a:schemeClr val="tx1">
                    <a:tint val="75000"/>
                  </a:schemeClr>
                </a:solidFill>
              </a:defRPr>
            </a:lvl3pPr>
            <a:lvl4pPr marL="113445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260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9075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890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705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520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11/12/22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87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946" y="2645888"/>
            <a:ext cx="3214211" cy="63064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8693" y="2645888"/>
            <a:ext cx="3214211" cy="63064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11/12/22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156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529180"/>
            <a:ext cx="6522958" cy="19211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932" y="2436519"/>
            <a:ext cx="3199440" cy="119410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932" y="3630619"/>
            <a:ext cx="3199440" cy="5340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8693" y="2436519"/>
            <a:ext cx="3215196" cy="119410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8693" y="3630619"/>
            <a:ext cx="3215196" cy="5340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11/12/22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012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11/12/22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3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11/12/22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332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662622"/>
            <a:ext cx="2439216" cy="2319179"/>
          </a:xfrm>
        </p:spPr>
        <p:txBody>
          <a:bodyPr anchor="b"/>
          <a:lstStyle>
            <a:lvl1pPr>
              <a:defRPr sz="26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5196" y="1431083"/>
            <a:ext cx="3828693" cy="7063372"/>
          </a:xfrm>
        </p:spPr>
        <p:txBody>
          <a:bodyPr/>
          <a:lstStyle>
            <a:lvl1pPr>
              <a:defRPr sz="2647"/>
            </a:lvl1pPr>
            <a:lvl2pPr>
              <a:defRPr sz="2316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931" y="2981801"/>
            <a:ext cx="2439216" cy="5524156"/>
          </a:xfrm>
        </p:spPr>
        <p:txBody>
          <a:bodyPr/>
          <a:lstStyle>
            <a:lvl1pPr marL="0" indent="0">
              <a:buNone/>
              <a:defRPr sz="1323"/>
            </a:lvl1pPr>
            <a:lvl2pPr marL="378150" indent="0">
              <a:buNone/>
              <a:defRPr sz="1158"/>
            </a:lvl2pPr>
            <a:lvl3pPr marL="756300" indent="0">
              <a:buNone/>
              <a:defRPr sz="993"/>
            </a:lvl3pPr>
            <a:lvl4pPr marL="1134450" indent="0">
              <a:buNone/>
              <a:defRPr sz="827"/>
            </a:lvl4pPr>
            <a:lvl5pPr marL="1512600" indent="0">
              <a:buNone/>
              <a:defRPr sz="827"/>
            </a:lvl5pPr>
            <a:lvl6pPr marL="1890751" indent="0">
              <a:buNone/>
              <a:defRPr sz="827"/>
            </a:lvl6pPr>
            <a:lvl7pPr marL="2268901" indent="0">
              <a:buNone/>
              <a:defRPr sz="827"/>
            </a:lvl7pPr>
            <a:lvl8pPr marL="2647051" indent="0">
              <a:buNone/>
              <a:defRPr sz="827"/>
            </a:lvl8pPr>
            <a:lvl9pPr marL="3025201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11/12/22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955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662622"/>
            <a:ext cx="2439216" cy="2319179"/>
          </a:xfrm>
        </p:spPr>
        <p:txBody>
          <a:bodyPr anchor="b"/>
          <a:lstStyle>
            <a:lvl1pPr>
              <a:defRPr sz="26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5196" y="1431083"/>
            <a:ext cx="3828693" cy="7063372"/>
          </a:xfrm>
        </p:spPr>
        <p:txBody>
          <a:bodyPr anchor="t"/>
          <a:lstStyle>
            <a:lvl1pPr marL="0" indent="0">
              <a:buNone/>
              <a:defRPr sz="2647"/>
            </a:lvl1pPr>
            <a:lvl2pPr marL="378150" indent="0">
              <a:buNone/>
              <a:defRPr sz="2316"/>
            </a:lvl2pPr>
            <a:lvl3pPr marL="756300" indent="0">
              <a:buNone/>
              <a:defRPr sz="1985"/>
            </a:lvl3pPr>
            <a:lvl4pPr marL="1134450" indent="0">
              <a:buNone/>
              <a:defRPr sz="1654"/>
            </a:lvl4pPr>
            <a:lvl5pPr marL="1512600" indent="0">
              <a:buNone/>
              <a:defRPr sz="1654"/>
            </a:lvl5pPr>
            <a:lvl6pPr marL="1890751" indent="0">
              <a:buNone/>
              <a:defRPr sz="1654"/>
            </a:lvl6pPr>
            <a:lvl7pPr marL="2268901" indent="0">
              <a:buNone/>
              <a:defRPr sz="1654"/>
            </a:lvl7pPr>
            <a:lvl8pPr marL="2647051" indent="0">
              <a:buNone/>
              <a:defRPr sz="1654"/>
            </a:lvl8pPr>
            <a:lvl9pPr marL="3025201" indent="0">
              <a:buNone/>
              <a:defRPr sz="165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931" y="2981801"/>
            <a:ext cx="2439216" cy="5524156"/>
          </a:xfrm>
        </p:spPr>
        <p:txBody>
          <a:bodyPr/>
          <a:lstStyle>
            <a:lvl1pPr marL="0" indent="0">
              <a:buNone/>
              <a:defRPr sz="1323"/>
            </a:lvl1pPr>
            <a:lvl2pPr marL="378150" indent="0">
              <a:buNone/>
              <a:defRPr sz="1158"/>
            </a:lvl2pPr>
            <a:lvl3pPr marL="756300" indent="0">
              <a:buNone/>
              <a:defRPr sz="993"/>
            </a:lvl3pPr>
            <a:lvl4pPr marL="1134450" indent="0">
              <a:buNone/>
              <a:defRPr sz="827"/>
            </a:lvl4pPr>
            <a:lvl5pPr marL="1512600" indent="0">
              <a:buNone/>
              <a:defRPr sz="827"/>
            </a:lvl5pPr>
            <a:lvl6pPr marL="1890751" indent="0">
              <a:buNone/>
              <a:defRPr sz="827"/>
            </a:lvl6pPr>
            <a:lvl7pPr marL="2268901" indent="0">
              <a:buNone/>
              <a:defRPr sz="827"/>
            </a:lvl7pPr>
            <a:lvl8pPr marL="2647051" indent="0">
              <a:buNone/>
              <a:defRPr sz="827"/>
            </a:lvl8pPr>
            <a:lvl9pPr marL="3025201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11/12/22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04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11/12/22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9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2165" y="529177"/>
            <a:ext cx="1630740" cy="84231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946" y="529177"/>
            <a:ext cx="4797683" cy="84231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11/12/22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34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946" y="529180"/>
            <a:ext cx="6522958" cy="19211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946" y="2645888"/>
            <a:ext cx="6522958" cy="6306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946" y="9212296"/>
            <a:ext cx="1701641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A4149-D1CA-5047-9C48-A4A30432FA50}" type="datetimeFigureOut">
              <a:rPr lang="en-US" smtClean="0"/>
              <a:t>11/12/22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5194" y="9212296"/>
            <a:ext cx="2552462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1263" y="9212296"/>
            <a:ext cx="1701641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56300" rtl="0" eaLnBrk="1" latinLnBrk="0" hangingPunct="1">
        <a:lnSpc>
          <a:spcPct val="90000"/>
        </a:lnSpc>
        <a:spcBef>
          <a:spcPct val="0"/>
        </a:spcBef>
        <a:buNone/>
        <a:defRPr sz="36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75" indent="-189075" algn="l" defTabSz="75630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6" kern="1200">
          <a:solidFill>
            <a:schemeClr val="tx1"/>
          </a:solidFill>
          <a:latin typeface="+mn-lt"/>
          <a:ea typeface="+mn-ea"/>
          <a:cs typeface="+mn-cs"/>
        </a:defRPr>
      </a:lvl1pPr>
      <a:lvl2pPr marL="56722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37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52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4pPr>
      <a:lvl5pPr marL="17016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5pPr>
      <a:lvl6pPr marL="207982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6pPr>
      <a:lvl7pPr marL="24579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7pPr>
      <a:lvl8pPr marL="283612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8pPr>
      <a:lvl9pPr marL="32142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1pPr>
      <a:lvl2pPr marL="37815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2pPr>
      <a:lvl3pPr marL="75630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3pPr>
      <a:lvl4pPr marL="113445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4pPr>
      <a:lvl5pPr marL="151260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5pPr>
      <a:lvl6pPr marL="189075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6pPr>
      <a:lvl7pPr marL="226890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7pPr>
      <a:lvl8pPr marL="264705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8pPr>
      <a:lvl9pPr marL="302520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1.emf"/><Relationship Id="rId18" Type="http://schemas.openxmlformats.org/officeDocument/2006/relationships/image" Target="../media/image16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17" Type="http://schemas.openxmlformats.org/officeDocument/2006/relationships/image" Target="../media/image15.e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11" Type="http://schemas.openxmlformats.org/officeDocument/2006/relationships/image" Target="../media/image9.emf"/><Relationship Id="rId5" Type="http://schemas.openxmlformats.org/officeDocument/2006/relationships/image" Target="../media/image3.emf"/><Relationship Id="rId15" Type="http://schemas.openxmlformats.org/officeDocument/2006/relationships/image" Target="../media/image13.emf"/><Relationship Id="rId10" Type="http://schemas.openxmlformats.org/officeDocument/2006/relationships/image" Target="../media/image8.emf"/><Relationship Id="rId19" Type="http://schemas.openxmlformats.org/officeDocument/2006/relationships/image" Target="../media/image17.emf"/><Relationship Id="rId4" Type="http://schemas.openxmlformats.org/officeDocument/2006/relationships/image" Target="../media/image2.emf"/><Relationship Id="rId9" Type="http://schemas.openxmlformats.org/officeDocument/2006/relationships/image" Target="../media/image7.emf"/><Relationship Id="rId14" Type="http://schemas.openxmlformats.org/officeDocument/2006/relationships/image" Target="../media/image12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image" Target="../media/image19.emf"/><Relationship Id="rId7" Type="http://schemas.openxmlformats.org/officeDocument/2006/relationships/image" Target="../media/image23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Relationship Id="rId9" Type="http://schemas.openxmlformats.org/officeDocument/2006/relationships/image" Target="../media/image2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7" Type="http://schemas.openxmlformats.org/officeDocument/2006/relationships/image" Target="../media/image31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emf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image" Target="../media/image36.emf"/><Relationship Id="rId7" Type="http://schemas.openxmlformats.org/officeDocument/2006/relationships/image" Target="../media/image40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emf"/><Relationship Id="rId5" Type="http://schemas.openxmlformats.org/officeDocument/2006/relationships/image" Target="../media/image38.emf"/><Relationship Id="rId4" Type="http://schemas.openxmlformats.org/officeDocument/2006/relationships/image" Target="../media/image37.emf"/><Relationship Id="rId9" Type="http://schemas.openxmlformats.org/officeDocument/2006/relationships/image" Target="../media/image4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79">
            <a:extLst>
              <a:ext uri="{FF2B5EF4-FFF2-40B4-BE49-F238E27FC236}">
                <a16:creationId xmlns:a16="http://schemas.microsoft.com/office/drawing/2014/main" id="{F86420DF-66D0-18DF-57E6-1AD380072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33" y="191114"/>
            <a:ext cx="2006600" cy="1562100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E159D898-3F73-17E0-828B-4AD2D3742E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798" y="1604127"/>
            <a:ext cx="2006600" cy="1562100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7497F6C9-5DA8-0634-0866-181B42B8A5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463" y="3059167"/>
            <a:ext cx="2006600" cy="1587500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CA0A4283-23D2-C6A3-D259-9F341D0BBB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731" y="4532472"/>
            <a:ext cx="1968500" cy="1562100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0715E143-C775-3671-6513-F06E499DAA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704" y="5941906"/>
            <a:ext cx="1968500" cy="1562100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56019D8B-669D-DAFD-3362-FE0D1D9B41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463" y="7373766"/>
            <a:ext cx="2006600" cy="1562100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3CBF55F2-662C-3611-E7EF-859469B9DCD2}"/>
              </a:ext>
            </a:extLst>
          </p:cNvPr>
          <p:cNvSpPr txBox="1"/>
          <p:nvPr/>
        </p:nvSpPr>
        <p:spPr>
          <a:xfrm rot="16200000">
            <a:off x="-261482" y="633866"/>
            <a:ext cx="69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u="sng" dirty="0">
                <a:latin typeface="Arial" panose="020B0604020202020204" pitchFamily="34" charset="0"/>
                <a:cs typeface="Arial" panose="020B0604020202020204" pitchFamily="34" charset="0"/>
              </a:rPr>
              <a:t>Hspa1a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0875891-2240-6F0E-7CBE-A9D9D0414EB2}"/>
              </a:ext>
            </a:extLst>
          </p:cNvPr>
          <p:cNvSpPr txBox="1"/>
          <p:nvPr/>
        </p:nvSpPr>
        <p:spPr>
          <a:xfrm rot="16200000">
            <a:off x="-260915" y="2039006"/>
            <a:ext cx="69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u="sng" dirty="0">
                <a:latin typeface="Arial" panose="020B0604020202020204" pitchFamily="34" charset="0"/>
                <a:cs typeface="Arial" panose="020B0604020202020204" pitchFamily="34" charset="0"/>
              </a:rPr>
              <a:t>Hspa1b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E3DE79A-65CE-5CE1-7391-6C1621693C10}"/>
              </a:ext>
            </a:extLst>
          </p:cNvPr>
          <p:cNvSpPr txBox="1"/>
          <p:nvPr/>
        </p:nvSpPr>
        <p:spPr>
          <a:xfrm rot="16200000">
            <a:off x="-149455" y="3570992"/>
            <a:ext cx="4229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u="sng" dirty="0">
                <a:latin typeface="Arial" panose="020B0604020202020204" pitchFamily="34" charset="0"/>
                <a:cs typeface="Arial" panose="020B0604020202020204" pitchFamily="34" charset="0"/>
              </a:rPr>
              <a:t>Atf3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4679E31-70AF-3727-1A32-3AD33FE50AC1}"/>
              </a:ext>
            </a:extLst>
          </p:cNvPr>
          <p:cNvSpPr txBox="1"/>
          <p:nvPr/>
        </p:nvSpPr>
        <p:spPr>
          <a:xfrm rot="16200000">
            <a:off x="-265816" y="4917189"/>
            <a:ext cx="69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u="sng" dirty="0">
                <a:latin typeface="Arial" panose="020B0604020202020204" pitchFamily="34" charset="0"/>
                <a:cs typeface="Arial" panose="020B0604020202020204" pitchFamily="34" charset="0"/>
              </a:rPr>
              <a:t>Nr4a1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04BF315-7B8F-4D68-F7EE-DD3B516D220A}"/>
              </a:ext>
            </a:extLst>
          </p:cNvPr>
          <p:cNvSpPr txBox="1"/>
          <p:nvPr/>
        </p:nvSpPr>
        <p:spPr>
          <a:xfrm rot="16200000">
            <a:off x="-285936" y="6297583"/>
            <a:ext cx="69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u="sng" dirty="0" err="1">
                <a:latin typeface="Arial" panose="020B0604020202020204" pitchFamily="34" charset="0"/>
                <a:cs typeface="Arial" panose="020B0604020202020204" pitchFamily="34" charset="0"/>
              </a:rPr>
              <a:t>Ghr</a:t>
            </a:r>
            <a:endParaRPr lang="en-US" sz="8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42B7B7E-755E-72FD-A41C-5A8E1BBE3648}"/>
              </a:ext>
            </a:extLst>
          </p:cNvPr>
          <p:cNvSpPr txBox="1"/>
          <p:nvPr/>
        </p:nvSpPr>
        <p:spPr>
          <a:xfrm rot="16200000">
            <a:off x="-260916" y="7744229"/>
            <a:ext cx="69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u="sng" dirty="0">
                <a:latin typeface="Arial" panose="020B0604020202020204" pitchFamily="34" charset="0"/>
                <a:cs typeface="Arial" panose="020B0604020202020204" pitchFamily="34" charset="0"/>
              </a:rPr>
              <a:t>Npr3</a:t>
            </a:r>
          </a:p>
        </p:txBody>
      </p:sp>
      <p:pic>
        <p:nvPicPr>
          <p:cNvPr id="104" name="Picture 103">
            <a:extLst>
              <a:ext uri="{FF2B5EF4-FFF2-40B4-BE49-F238E27FC236}">
                <a16:creationId xmlns:a16="http://schemas.microsoft.com/office/drawing/2014/main" id="{EA5AB508-AABD-027A-C7ED-41D8A47F66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75653" y="183480"/>
            <a:ext cx="1968500" cy="1562100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A33C72E2-EA14-862A-F3AD-B757D8351AD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75653" y="1604127"/>
            <a:ext cx="1968500" cy="1562100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A2EBC258-9E64-50AA-789E-50BE621A28F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75653" y="3069821"/>
            <a:ext cx="1968500" cy="1574800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267EA205-02F3-E213-CEE2-FC694C7BA7A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79625" y="4530426"/>
            <a:ext cx="1968500" cy="1562100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FE37F069-8D27-D768-F5F5-BD9B617F450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35384" y="5931992"/>
            <a:ext cx="2006600" cy="1562100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38B77ECB-91F8-24FE-F413-24B0F73C759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75653" y="7371720"/>
            <a:ext cx="1968500" cy="1562100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2D8AD3CF-BAE4-E497-326A-F6F0682D6459}"/>
              </a:ext>
            </a:extLst>
          </p:cNvPr>
          <p:cNvSpPr txBox="1"/>
          <p:nvPr/>
        </p:nvSpPr>
        <p:spPr>
          <a:xfrm>
            <a:off x="792617" y="-51034"/>
            <a:ext cx="10903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u="sng" dirty="0">
                <a:latin typeface="Arial" panose="020B0604020202020204" pitchFamily="34" charset="0"/>
                <a:cs typeface="Arial" panose="020B0604020202020204" pitchFamily="34" charset="0"/>
              </a:rPr>
              <a:t>SMC: ascending aorta &amp; aortic arch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A78E6A3B-C971-9141-005F-255AF13781E4}"/>
              </a:ext>
            </a:extLst>
          </p:cNvPr>
          <p:cNvSpPr txBox="1"/>
          <p:nvPr/>
        </p:nvSpPr>
        <p:spPr>
          <a:xfrm>
            <a:off x="2744962" y="-51034"/>
            <a:ext cx="10903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u="sng" dirty="0">
                <a:latin typeface="Arial" panose="020B0604020202020204" pitchFamily="34" charset="0"/>
                <a:cs typeface="Arial" panose="020B0604020202020204" pitchFamily="34" charset="0"/>
              </a:rPr>
              <a:t>SMC: descending thoracic aorta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1E1B44D-E68B-FD96-2077-C5313B71695D}"/>
              </a:ext>
            </a:extLst>
          </p:cNvPr>
          <p:cNvSpPr txBox="1"/>
          <p:nvPr/>
        </p:nvSpPr>
        <p:spPr>
          <a:xfrm>
            <a:off x="63750" y="-16575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9BC18A-1DC3-D65F-AB08-2C4490E995F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44382" y="183480"/>
            <a:ext cx="1968500" cy="1562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031A1F-C099-2204-1398-EDFD86E0A6A5}"/>
              </a:ext>
            </a:extLst>
          </p:cNvPr>
          <p:cNvSpPr txBox="1"/>
          <p:nvPr/>
        </p:nvSpPr>
        <p:spPr>
          <a:xfrm>
            <a:off x="5291099" y="10521"/>
            <a:ext cx="10903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u="sng" dirty="0">
                <a:latin typeface="Arial" panose="020B0604020202020204" pitchFamily="34" charset="0"/>
                <a:cs typeface="Arial" panose="020B0604020202020204" pitchFamily="34" charset="0"/>
              </a:rPr>
              <a:t>Macrophage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0E6223-B237-D011-B72B-3EE6F8B4A000}"/>
              </a:ext>
            </a:extLst>
          </p:cNvPr>
          <p:cNvSpPr txBox="1"/>
          <p:nvPr/>
        </p:nvSpPr>
        <p:spPr>
          <a:xfrm rot="16200000">
            <a:off x="4425847" y="685978"/>
            <a:ext cx="3416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u="sng" dirty="0" err="1">
                <a:latin typeface="Arial" panose="020B0604020202020204" pitchFamily="34" charset="0"/>
                <a:cs typeface="Arial" panose="020B0604020202020204" pitchFamily="34" charset="0"/>
              </a:rPr>
              <a:t>Lpl</a:t>
            </a:r>
            <a:endParaRPr lang="en-US" sz="8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5F8E95-6383-A0FA-F4F9-434EBBCE936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44382" y="1604127"/>
            <a:ext cx="1968500" cy="1562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95B8F3-07E5-C2E8-6A29-194BB07B60E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96676" y="3082521"/>
            <a:ext cx="2006600" cy="1562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4DC1F3-3F7F-7BC5-C77F-00E33138EAC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87070" y="4544389"/>
            <a:ext cx="2006600" cy="15621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F0AD6D4-CBD9-CA97-8D9A-33E5303033F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85687" y="5941906"/>
            <a:ext cx="2006600" cy="15621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2C52506-60B4-E9C0-1F5D-33685503E3C1}"/>
              </a:ext>
            </a:extLst>
          </p:cNvPr>
          <p:cNvSpPr txBox="1"/>
          <p:nvPr/>
        </p:nvSpPr>
        <p:spPr>
          <a:xfrm rot="16200000">
            <a:off x="4347415" y="2098918"/>
            <a:ext cx="4985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u="sng" dirty="0">
                <a:latin typeface="Arial" panose="020B0604020202020204" pitchFamily="34" charset="0"/>
                <a:cs typeface="Arial" panose="020B0604020202020204" pitchFamily="34" charset="0"/>
              </a:rPr>
              <a:t>Ccr2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185613-4351-F7FE-F9BB-8E47B038C0AF}"/>
              </a:ext>
            </a:extLst>
          </p:cNvPr>
          <p:cNvSpPr txBox="1"/>
          <p:nvPr/>
        </p:nvSpPr>
        <p:spPr>
          <a:xfrm rot="16200000">
            <a:off x="4105856" y="3595970"/>
            <a:ext cx="9107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u="sng" dirty="0">
                <a:latin typeface="Arial" panose="020B0604020202020204" pitchFamily="34" charset="0"/>
                <a:cs typeface="Arial" panose="020B0604020202020204" pitchFamily="34" charset="0"/>
              </a:rPr>
              <a:t>Hspa1a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361840-4DB3-E436-2F16-E4BDD0B20E48}"/>
              </a:ext>
            </a:extLst>
          </p:cNvPr>
          <p:cNvSpPr txBox="1"/>
          <p:nvPr/>
        </p:nvSpPr>
        <p:spPr>
          <a:xfrm rot="16200000">
            <a:off x="4105856" y="5095718"/>
            <a:ext cx="9107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u="sng" dirty="0">
                <a:latin typeface="Arial" panose="020B0604020202020204" pitchFamily="34" charset="0"/>
                <a:cs typeface="Arial" panose="020B0604020202020204" pitchFamily="34" charset="0"/>
              </a:rPr>
              <a:t>Hspa1b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6EEF7A-0D3C-49E6-DDB0-5B6FFEFDC571}"/>
              </a:ext>
            </a:extLst>
          </p:cNvPr>
          <p:cNvSpPr txBox="1"/>
          <p:nvPr/>
        </p:nvSpPr>
        <p:spPr>
          <a:xfrm rot="16200000">
            <a:off x="4104303" y="6440185"/>
            <a:ext cx="9107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u="sng" dirty="0">
                <a:latin typeface="Arial" panose="020B0604020202020204" pitchFamily="34" charset="0"/>
                <a:cs typeface="Arial" panose="020B0604020202020204" pitchFamily="34" charset="0"/>
              </a:rPr>
              <a:t>Ccl12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465776-C977-5075-A93C-36EAEAF3BE4F}"/>
              </a:ext>
            </a:extLst>
          </p:cNvPr>
          <p:cNvSpPr txBox="1"/>
          <p:nvPr/>
        </p:nvSpPr>
        <p:spPr>
          <a:xfrm>
            <a:off x="4596676" y="-18382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606279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D4513-B951-5A69-DE5A-2F40B7DF3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64" y="-177402"/>
            <a:ext cx="6522958" cy="1921146"/>
          </a:xfrm>
        </p:spPr>
        <p:txBody>
          <a:bodyPr/>
          <a:lstStyle/>
          <a:p>
            <a:r>
              <a:rPr lang="en-US" dirty="0"/>
              <a:t>SMC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AFE7ED-8D5A-6717-1420-EC89C4E02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2843" y="995363"/>
            <a:ext cx="2679700" cy="1701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0A6218-22F1-064C-B0F8-B1F7566AE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0511" y="961446"/>
            <a:ext cx="2679700" cy="1701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C95A92-87E2-E9DF-E518-3256F646BB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14108" y="2875682"/>
            <a:ext cx="2679700" cy="1701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9DDC47-0659-3702-129D-7979ECEBC6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1575" y="2875682"/>
            <a:ext cx="2679700" cy="1701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E73CEF-8D38-FF79-D85E-0B33EE5F96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4639" y="2892279"/>
            <a:ext cx="2679700" cy="1701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C965EF-FFD6-20DE-55EB-E0B2D432BA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99289" y="783171"/>
            <a:ext cx="1930400" cy="1587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36607E-E1A5-0FF8-E9A5-F25401402D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76225" y="4594079"/>
            <a:ext cx="2717800" cy="1701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F09FBE9-6A54-1F0D-6FDE-8839052A6FD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25" y="6991348"/>
            <a:ext cx="1968500" cy="170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373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E32A6-F67C-EA53-3120-AC46546E3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Ascending SMC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761EAE-BEC7-950E-019A-8C363EBD0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64" y="2200064"/>
            <a:ext cx="2679700" cy="1701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53F5F3-E00C-AC53-F5E8-7F7DBFFAD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918" y="2066819"/>
            <a:ext cx="2679700" cy="1701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F4F08A-0F83-4E83-994B-D3EBCDB7C1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01865"/>
            <a:ext cx="2679700" cy="1701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A64D1A-B64C-4714-619F-1371DDB778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74156"/>
            <a:ext cx="2717800" cy="1701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97F5A9-7648-276E-9EE5-0796E07E4F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3302" y="4118769"/>
            <a:ext cx="2679700" cy="1701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E24371-F11D-E11D-5A15-45B0A129BB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2234" y="6058405"/>
            <a:ext cx="2717800" cy="170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270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19153-19AD-F10B-B43A-895367A5C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Descending SMC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654A84-7157-7C16-BA1E-4796C1F05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332" y="2819658"/>
            <a:ext cx="2679700" cy="1701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88CFA2-88A5-A28E-C3E7-526332E59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066" y="4691053"/>
            <a:ext cx="2679700" cy="1701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2CA9EF-8340-5B21-9292-DFB4B3BC31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150" y="3230563"/>
            <a:ext cx="2679700" cy="170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78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5A64E-16EA-F728-C6CD-D7F777BD4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BCF7D-8B84-7F7F-BB12-2530D1716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43E049-F484-CF05-6C07-7777517B1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060" y="2060033"/>
            <a:ext cx="2120900" cy="1562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A3A31E-05CF-790D-EAD4-FB891584D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8060" y="352508"/>
            <a:ext cx="2120900" cy="1562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9DF21A-B275-E155-E142-6DD7BD87EE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1950" y="385971"/>
            <a:ext cx="2120900" cy="1562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DB7B71-9E87-0BCC-6ACE-8EE5CCCBDE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1950" y="2060033"/>
            <a:ext cx="2120900" cy="1562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A10FE7-EAD6-27C8-93B3-09098CAB48E2}"/>
              </a:ext>
            </a:extLst>
          </p:cNvPr>
          <p:cNvSpPr txBox="1"/>
          <p:nvPr/>
        </p:nvSpPr>
        <p:spPr>
          <a:xfrm>
            <a:off x="4346233" y="219017"/>
            <a:ext cx="5207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A283F5-79A7-F1AF-865B-03D5FACFAAAA}"/>
              </a:ext>
            </a:extLst>
          </p:cNvPr>
          <p:cNvSpPr txBox="1"/>
          <p:nvPr/>
        </p:nvSpPr>
        <p:spPr>
          <a:xfrm>
            <a:off x="6295535" y="210398"/>
            <a:ext cx="6923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Fibroblast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0DE0AD-7A04-DB77-1FDB-AC6A2CBAF107}"/>
              </a:ext>
            </a:extLst>
          </p:cNvPr>
          <p:cNvSpPr txBox="1"/>
          <p:nvPr/>
        </p:nvSpPr>
        <p:spPr>
          <a:xfrm>
            <a:off x="4223338" y="1943671"/>
            <a:ext cx="7054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Endothelial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419383-84C5-A3BC-7880-9BC39BAE79DB}"/>
              </a:ext>
            </a:extLst>
          </p:cNvPr>
          <p:cNvSpPr txBox="1"/>
          <p:nvPr/>
        </p:nvSpPr>
        <p:spPr>
          <a:xfrm>
            <a:off x="6229396" y="1948542"/>
            <a:ext cx="82460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Macrophage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81F772-354C-7607-6B45-545287ECBB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8060" y="4307946"/>
            <a:ext cx="2006600" cy="1663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DBCFA63-281E-A399-594B-5113BFD0A9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1950" y="4307946"/>
            <a:ext cx="2006600" cy="16637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0A05C50-764D-83BF-65D8-14CD065B97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8060" y="6215605"/>
            <a:ext cx="2006600" cy="16637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EB4762A-1138-C212-7087-64234DF22B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1950" y="6215605"/>
            <a:ext cx="2006600" cy="16637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2D93208-FCD0-A521-0DCC-0D346FBE6676}"/>
              </a:ext>
            </a:extLst>
          </p:cNvPr>
          <p:cNvSpPr txBox="1"/>
          <p:nvPr/>
        </p:nvSpPr>
        <p:spPr>
          <a:xfrm>
            <a:off x="4346233" y="4216537"/>
            <a:ext cx="5207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9C517B-65C4-FFB6-097B-02396F6BA82F}"/>
              </a:ext>
            </a:extLst>
          </p:cNvPr>
          <p:cNvSpPr txBox="1"/>
          <p:nvPr/>
        </p:nvSpPr>
        <p:spPr>
          <a:xfrm>
            <a:off x="6295535" y="4207918"/>
            <a:ext cx="6923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Fibroblast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B7E03B-AB4F-6A86-F3F6-6E771401E240}"/>
              </a:ext>
            </a:extLst>
          </p:cNvPr>
          <p:cNvSpPr txBox="1"/>
          <p:nvPr/>
        </p:nvSpPr>
        <p:spPr>
          <a:xfrm>
            <a:off x="4223338" y="6110706"/>
            <a:ext cx="7054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Endothelial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7C9A9D-A3FB-DA12-3632-56B6DAAC52DF}"/>
              </a:ext>
            </a:extLst>
          </p:cNvPr>
          <p:cNvSpPr txBox="1"/>
          <p:nvPr/>
        </p:nvSpPr>
        <p:spPr>
          <a:xfrm>
            <a:off x="6229396" y="6115577"/>
            <a:ext cx="82460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Macrophage</a:t>
            </a:r>
          </a:p>
        </p:txBody>
      </p:sp>
    </p:spTree>
    <p:extLst>
      <p:ext uri="{BB962C8B-B14F-4D97-AF65-F5344CB8AC3E}">
        <p14:creationId xmlns:p14="http://schemas.microsoft.com/office/powerpoint/2010/main" val="2482496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1909</TotalTime>
  <Words>40</Words>
  <Application>Microsoft Macintosh PowerPoint</Application>
  <PresentationFormat>Custom</PresentationFormat>
  <Paragraphs>28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SMC</vt:lpstr>
      <vt:lpstr>Ascending SMC</vt:lpstr>
      <vt:lpstr>Descending SMC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Auerbach, Ben</dc:creator>
  <cp:lastModifiedBy>Auerbach, Ben</cp:lastModifiedBy>
  <cp:revision>32</cp:revision>
  <dcterms:created xsi:type="dcterms:W3CDTF">2022-09-13T02:17:13Z</dcterms:created>
  <dcterms:modified xsi:type="dcterms:W3CDTF">2022-11-12T19:26:00Z</dcterms:modified>
</cp:coreProperties>
</file>