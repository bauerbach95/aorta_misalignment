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"/>
  </p:notesMasterIdLst>
  <p:sldIdLst>
    <p:sldId id="266" r:id="rId2"/>
    <p:sldId id="267" r:id="rId3"/>
    <p:sldId id="268" r:id="rId4"/>
    <p:sldId id="269" r:id="rId5"/>
    <p:sldId id="270" r:id="rId6"/>
    <p:sldId id="271" r:id="rId7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5" userDrawn="1">
          <p15:clr>
            <a:srgbClr val="A4A3A4"/>
          </p15:clr>
        </p15:guide>
        <p15:guide id="2" pos="2430" userDrawn="1">
          <p15:clr>
            <a:srgbClr val="A4A3A4"/>
          </p15:clr>
        </p15:guide>
        <p15:guide id="4" orient="horz" pos="3083" userDrawn="1">
          <p15:clr>
            <a:srgbClr val="A4A3A4"/>
          </p15:clr>
        </p15:guide>
        <p15:guide id="5" orient="horz" pos="2075" userDrawn="1">
          <p15:clr>
            <a:srgbClr val="A4A3A4"/>
          </p15:clr>
        </p15:guide>
        <p15:guide id="6" pos="11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0"/>
    <p:restoredTop sz="96327"/>
  </p:normalViewPr>
  <p:slideViewPr>
    <p:cSldViewPr snapToGrid="0" showGuides="1">
      <p:cViewPr varScale="1">
        <p:scale>
          <a:sx n="85" d="100"/>
          <a:sy n="85" d="100"/>
        </p:scale>
        <p:origin x="3840" y="192"/>
      </p:cViewPr>
      <p:guideLst>
        <p:guide orient="horz" pos="4115"/>
        <p:guide pos="2430"/>
        <p:guide orient="horz" pos="3083"/>
        <p:guide orient="horz" pos="2075"/>
        <p:guide pos="11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40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5" Type="http://schemas.openxmlformats.org/officeDocument/2006/relationships/image" Target="../media/image14.emf"/><Relationship Id="rId10" Type="http://schemas.openxmlformats.org/officeDocument/2006/relationships/image" Target="../media/image19.emf"/><Relationship Id="rId4" Type="http://schemas.openxmlformats.org/officeDocument/2006/relationships/image" Target="../media/image13.emf"/><Relationship Id="rId9" Type="http://schemas.openxmlformats.org/officeDocument/2006/relationships/image" Target="../media/image1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6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B1E1B44D-E68B-FD96-2077-C5313B71695D}"/>
              </a:ext>
            </a:extLst>
          </p:cNvPr>
          <p:cNvSpPr txBox="1"/>
          <p:nvPr/>
        </p:nvSpPr>
        <p:spPr>
          <a:xfrm>
            <a:off x="349250" y="64452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3BABB3-A232-3F94-1622-4E54A6E8F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215" y="1976667"/>
            <a:ext cx="1930400" cy="166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F30B51-8329-E42F-C5EF-AEE2BC4A0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686" y="1976666"/>
            <a:ext cx="1930400" cy="1663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A64446-6AD9-3817-36C1-7394A442F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686" y="3613181"/>
            <a:ext cx="1930400" cy="1663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334636-60A6-071A-8C6F-46D47B00D5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4205" y="3613754"/>
            <a:ext cx="1930400" cy="1663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59E69D-79EE-5EC0-3151-189A7BDE97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4205" y="5650429"/>
            <a:ext cx="2146300" cy="1562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89A157-2426-6C5A-3152-7EB9A90560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1615" y="5658098"/>
            <a:ext cx="2209800" cy="156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4548A4-FD3E-F3D6-EE3F-4A6AD1FF3B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0705" y="7286943"/>
            <a:ext cx="2209800" cy="1562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652AD0-3D40-44C8-C9EB-D2E11AFB6E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5115" y="7286943"/>
            <a:ext cx="2146300" cy="1562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3486A85-4CB6-AE80-F9C4-5509CD49E2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878" y="257694"/>
            <a:ext cx="2641600" cy="14351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BF85927-0032-9900-BE9C-66247ACF83FF}"/>
              </a:ext>
            </a:extLst>
          </p:cNvPr>
          <p:cNvSpPr txBox="1"/>
          <p:nvPr/>
        </p:nvSpPr>
        <p:spPr>
          <a:xfrm>
            <a:off x="1100824" y="2628163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F1ADD3-AD5C-A593-6FB0-50BB0D6ED0B4}"/>
              </a:ext>
            </a:extLst>
          </p:cNvPr>
          <p:cNvSpPr txBox="1"/>
          <p:nvPr/>
        </p:nvSpPr>
        <p:spPr>
          <a:xfrm>
            <a:off x="5311403" y="2562254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67EC8B-8979-3F9B-7739-8F719F9D3063}"/>
              </a:ext>
            </a:extLst>
          </p:cNvPr>
          <p:cNvSpPr txBox="1"/>
          <p:nvPr/>
        </p:nvSpPr>
        <p:spPr>
          <a:xfrm>
            <a:off x="904424" y="4190263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B192C0-8D62-5021-B518-89806FC3F393}"/>
              </a:ext>
            </a:extLst>
          </p:cNvPr>
          <p:cNvSpPr txBox="1"/>
          <p:nvPr/>
        </p:nvSpPr>
        <p:spPr>
          <a:xfrm>
            <a:off x="5304996" y="4247568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258937-E0F8-129B-2F55-606D0277FCA9}"/>
              </a:ext>
            </a:extLst>
          </p:cNvPr>
          <p:cNvSpPr txBox="1"/>
          <p:nvPr/>
        </p:nvSpPr>
        <p:spPr>
          <a:xfrm>
            <a:off x="5317810" y="6183600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B332A8-D814-5946-F240-D4D0EEAB0F2A}"/>
              </a:ext>
            </a:extLst>
          </p:cNvPr>
          <p:cNvSpPr txBox="1"/>
          <p:nvPr/>
        </p:nvSpPr>
        <p:spPr>
          <a:xfrm>
            <a:off x="5311403" y="7868914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4BD29F-C69B-C721-DAAA-84D14C4AEF8D}"/>
              </a:ext>
            </a:extLst>
          </p:cNvPr>
          <p:cNvSpPr txBox="1"/>
          <p:nvPr/>
        </p:nvSpPr>
        <p:spPr>
          <a:xfrm>
            <a:off x="1033584" y="6235258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E7A501-2EF5-61F3-3468-153B6FAF4A3D}"/>
              </a:ext>
            </a:extLst>
          </p:cNvPr>
          <p:cNvSpPr txBox="1"/>
          <p:nvPr/>
        </p:nvSpPr>
        <p:spPr>
          <a:xfrm>
            <a:off x="837184" y="7797358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EE956EF-DEC9-DFCF-3EE4-96DD2A7CFF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5686" y="264507"/>
            <a:ext cx="2730500" cy="14351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2822299-E492-3BCB-E805-651F9C5D6762}"/>
              </a:ext>
            </a:extLst>
          </p:cNvPr>
          <p:cNvSpPr txBox="1"/>
          <p:nvPr/>
        </p:nvSpPr>
        <p:spPr>
          <a:xfrm>
            <a:off x="1104807" y="1850947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E0CD86-10FE-5A21-75F4-2F87AEF72060}"/>
              </a:ext>
            </a:extLst>
          </p:cNvPr>
          <p:cNvSpPr txBox="1"/>
          <p:nvPr/>
        </p:nvSpPr>
        <p:spPr>
          <a:xfrm>
            <a:off x="1040870" y="5458043"/>
            <a:ext cx="22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4028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CFF3D8-66ED-29E4-E633-1CD35F0E4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58" y="204156"/>
            <a:ext cx="2006600" cy="156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F64631-12D0-7802-3AD2-1A1A29F3C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358" y="1612701"/>
            <a:ext cx="1968500" cy="156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540183-2EFE-08B2-DB62-BE4BB9D00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990" y="3054671"/>
            <a:ext cx="1968500" cy="156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B74115-1BFC-F8E6-43B4-4E72CAE27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6890" y="4522388"/>
            <a:ext cx="2006600" cy="1574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51BC59-66A1-744A-AF7F-1FB797423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990" y="5964358"/>
            <a:ext cx="1968500" cy="1562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7A2514-424E-831A-416F-B6236BF675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858" y="210506"/>
            <a:ext cx="1968500" cy="156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E8D432-ED7F-7A67-4817-BFFC775958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2226" y="1612701"/>
            <a:ext cx="1968500" cy="1562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FB3AB3-3E0A-F49B-D76B-F193550153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7858" y="3064471"/>
            <a:ext cx="1968500" cy="1562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E9C86E-93DC-C501-52E1-D9C5670720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7858" y="4522388"/>
            <a:ext cx="1968500" cy="15621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8E1D07A-63E6-068A-79CC-CCF39A3EFE34}"/>
              </a:ext>
            </a:extLst>
          </p:cNvPr>
          <p:cNvSpPr txBox="1"/>
          <p:nvPr/>
        </p:nvSpPr>
        <p:spPr>
          <a:xfrm>
            <a:off x="1059106" y="708373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Hspa1a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4160F7-0E75-5150-52B0-73286D2720B3}"/>
              </a:ext>
            </a:extLst>
          </p:cNvPr>
          <p:cNvSpPr txBox="1"/>
          <p:nvPr/>
        </p:nvSpPr>
        <p:spPr>
          <a:xfrm>
            <a:off x="1059106" y="2095142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Dnajb1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7E3F06-EC26-6C43-E931-A4E8A868A55C}"/>
              </a:ext>
            </a:extLst>
          </p:cNvPr>
          <p:cNvSpPr txBox="1"/>
          <p:nvPr/>
        </p:nvSpPr>
        <p:spPr>
          <a:xfrm>
            <a:off x="1059106" y="3562859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Xbp1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865CB3-8050-C43E-74A7-839C44104825}"/>
              </a:ext>
            </a:extLst>
          </p:cNvPr>
          <p:cNvSpPr txBox="1"/>
          <p:nvPr/>
        </p:nvSpPr>
        <p:spPr>
          <a:xfrm>
            <a:off x="1059106" y="5024931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Ankrd1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3EEDFB-5CD1-06C8-7F3C-E40EA3132295}"/>
              </a:ext>
            </a:extLst>
          </p:cNvPr>
          <p:cNvSpPr txBox="1"/>
          <p:nvPr/>
        </p:nvSpPr>
        <p:spPr>
          <a:xfrm>
            <a:off x="1059106" y="6505348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Paip2b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83AE4-D3A1-33AA-7D7C-61E47E2DA6EF}"/>
              </a:ext>
            </a:extLst>
          </p:cNvPr>
          <p:cNvSpPr txBox="1"/>
          <p:nvPr/>
        </p:nvSpPr>
        <p:spPr>
          <a:xfrm>
            <a:off x="5372616" y="722670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Uba52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DFA19E-3301-440E-AD78-49A1B743E386}"/>
              </a:ext>
            </a:extLst>
          </p:cNvPr>
          <p:cNvSpPr txBox="1"/>
          <p:nvPr/>
        </p:nvSpPr>
        <p:spPr>
          <a:xfrm>
            <a:off x="5400324" y="2097735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Wdr70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53CA20-C5C8-4AA6-41F8-55A38D53F735}"/>
              </a:ext>
            </a:extLst>
          </p:cNvPr>
          <p:cNvSpPr txBox="1"/>
          <p:nvPr/>
        </p:nvSpPr>
        <p:spPr>
          <a:xfrm>
            <a:off x="5372616" y="3633982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Atf3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2A6A09-70AB-A653-FCD5-3E23AA0DCBE1}"/>
              </a:ext>
            </a:extLst>
          </p:cNvPr>
          <p:cNvSpPr txBox="1"/>
          <p:nvPr/>
        </p:nvSpPr>
        <p:spPr>
          <a:xfrm>
            <a:off x="5372616" y="5009047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Hk2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1DEF5D5-7622-4CF3-9ADB-7661C6BB69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7858" y="5964358"/>
            <a:ext cx="1968500" cy="15621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0C2BC7B-A941-83D9-ACC9-9D0B9F3E0D7F}"/>
              </a:ext>
            </a:extLst>
          </p:cNvPr>
          <p:cNvSpPr txBox="1"/>
          <p:nvPr/>
        </p:nvSpPr>
        <p:spPr>
          <a:xfrm>
            <a:off x="5372616" y="6505347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Egln1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4AF288-6570-84D7-C3D7-49D0250DB6D6}"/>
              </a:ext>
            </a:extLst>
          </p:cNvPr>
          <p:cNvSpPr txBox="1"/>
          <p:nvPr/>
        </p:nvSpPr>
        <p:spPr>
          <a:xfrm>
            <a:off x="-1283369" y="1171649"/>
            <a:ext cx="1042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SMC</a:t>
            </a:r>
          </a:p>
        </p:txBody>
      </p:sp>
    </p:spTree>
    <p:extLst>
      <p:ext uri="{BB962C8B-B14F-4D97-AF65-F5344CB8AC3E}">
        <p14:creationId xmlns:p14="http://schemas.microsoft.com/office/powerpoint/2010/main" val="1499176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211BC0-C6BF-4DC0-F3EF-F42B2285F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884" y="264507"/>
            <a:ext cx="1968500" cy="15621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880906-FC9B-D15D-9FE3-A0FA742E7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84" y="1713018"/>
            <a:ext cx="1968500" cy="156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507D7C-C68D-91E3-3174-945F5CBD7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113" y="264507"/>
            <a:ext cx="1968500" cy="156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EBA2F4-4B4F-D562-3842-122140635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8013" y="1713018"/>
            <a:ext cx="2006600" cy="1562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EFD679-BA9B-9711-9D77-A876FB0201FE}"/>
              </a:ext>
            </a:extLst>
          </p:cNvPr>
          <p:cNvSpPr txBox="1"/>
          <p:nvPr/>
        </p:nvSpPr>
        <p:spPr>
          <a:xfrm>
            <a:off x="201437" y="845502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Rgs5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A5BBC0-5840-5BCE-6A1C-F1AED91A9FFF}"/>
              </a:ext>
            </a:extLst>
          </p:cNvPr>
          <p:cNvSpPr txBox="1"/>
          <p:nvPr/>
        </p:nvSpPr>
        <p:spPr>
          <a:xfrm>
            <a:off x="240089" y="2269764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 err="1">
                <a:latin typeface="Arial" panose="020B0604020202020204" pitchFamily="34" charset="0"/>
                <a:cs typeface="Arial" panose="020B0604020202020204" pitchFamily="34" charset="0"/>
              </a:rPr>
              <a:t>Ogn</a:t>
            </a:r>
            <a:endParaRPr lang="en-US" sz="7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C6A51F-5F0B-9385-D889-353C8987C9E3}"/>
              </a:ext>
            </a:extLst>
          </p:cNvPr>
          <p:cNvSpPr txBox="1"/>
          <p:nvPr/>
        </p:nvSpPr>
        <p:spPr>
          <a:xfrm>
            <a:off x="4293154" y="758796"/>
            <a:ext cx="48140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Igfbp5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7F0B2E-0F79-A75A-E23D-52D0AD746E3D}"/>
              </a:ext>
            </a:extLst>
          </p:cNvPr>
          <p:cNvSpPr txBox="1"/>
          <p:nvPr/>
        </p:nvSpPr>
        <p:spPr>
          <a:xfrm>
            <a:off x="4293154" y="2299189"/>
            <a:ext cx="11978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Tgfb1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FDDC9-B266-0DCA-3630-213A37E6896B}"/>
              </a:ext>
            </a:extLst>
          </p:cNvPr>
          <p:cNvSpPr txBox="1"/>
          <p:nvPr/>
        </p:nvSpPr>
        <p:spPr>
          <a:xfrm>
            <a:off x="7941733" y="1580064"/>
            <a:ext cx="277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9A50E9-D425-5095-69C4-670D6248E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4" y="3633292"/>
            <a:ext cx="1968500" cy="1562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9AB2ED-CC4A-B3AF-5B95-46F2B11693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8013" y="3628330"/>
            <a:ext cx="1968500" cy="1562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690DC3-8407-AE44-CA4A-BA0A1F443B25}"/>
              </a:ext>
            </a:extLst>
          </p:cNvPr>
          <p:cNvSpPr txBox="1"/>
          <p:nvPr/>
        </p:nvSpPr>
        <p:spPr>
          <a:xfrm>
            <a:off x="7310766" y="4060850"/>
            <a:ext cx="277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Macrophage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6C8BAD-72DF-D5F9-D170-F3BBFC274419}"/>
              </a:ext>
            </a:extLst>
          </p:cNvPr>
          <p:cNvSpPr txBox="1"/>
          <p:nvPr/>
        </p:nvSpPr>
        <p:spPr>
          <a:xfrm>
            <a:off x="325745" y="75355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44E269-13A4-9C5F-BDE7-FBA07C8084E5}"/>
              </a:ext>
            </a:extLst>
          </p:cNvPr>
          <p:cNvSpPr txBox="1"/>
          <p:nvPr/>
        </p:nvSpPr>
        <p:spPr>
          <a:xfrm>
            <a:off x="176152" y="4209050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Ccr2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A93D91-294E-09A3-7DA6-DDD26610C58C}"/>
              </a:ext>
            </a:extLst>
          </p:cNvPr>
          <p:cNvSpPr txBox="1"/>
          <p:nvPr/>
        </p:nvSpPr>
        <p:spPr>
          <a:xfrm>
            <a:off x="4217580" y="4223947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Cx3cr1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0BC74D-16D2-1A49-2019-EA75B95AC86B}"/>
              </a:ext>
            </a:extLst>
          </p:cNvPr>
          <p:cNvSpPr txBox="1"/>
          <p:nvPr/>
        </p:nvSpPr>
        <p:spPr>
          <a:xfrm>
            <a:off x="325745" y="3388208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4771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A1041F-B34B-5764-7498-33BDD10A4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" y="402691"/>
            <a:ext cx="6921500" cy="543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67F754-C240-5B6F-FD32-64F0D41837DD}"/>
              </a:ext>
            </a:extLst>
          </p:cNvPr>
          <p:cNvSpPr txBox="1"/>
          <p:nvPr/>
        </p:nvSpPr>
        <p:spPr>
          <a:xfrm rot="16200000">
            <a:off x="-70913" y="985991"/>
            <a:ext cx="572125" cy="20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A20922-E031-ACDD-AB8A-8959A8EA19B0}"/>
              </a:ext>
            </a:extLst>
          </p:cNvPr>
          <p:cNvSpPr txBox="1"/>
          <p:nvPr/>
        </p:nvSpPr>
        <p:spPr>
          <a:xfrm rot="16200000">
            <a:off x="-345747" y="3259542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F5B39B-7980-EB56-6846-669911FD0D50}"/>
              </a:ext>
            </a:extLst>
          </p:cNvPr>
          <p:cNvSpPr txBox="1"/>
          <p:nvPr/>
        </p:nvSpPr>
        <p:spPr>
          <a:xfrm rot="16200000">
            <a:off x="-345746" y="1985350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EA945-1D6F-F361-E534-EDDB1D5CA7F2}"/>
              </a:ext>
            </a:extLst>
          </p:cNvPr>
          <p:cNvSpPr txBox="1"/>
          <p:nvPr/>
        </p:nvSpPr>
        <p:spPr>
          <a:xfrm rot="16200000">
            <a:off x="-340247" y="4588481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63EEC7-5F83-E000-5BA1-5537BBB1BDF8}"/>
              </a:ext>
            </a:extLst>
          </p:cNvPr>
          <p:cNvCxnSpPr>
            <a:cxnSpLocks/>
          </p:cNvCxnSpPr>
          <p:nvPr/>
        </p:nvCxnSpPr>
        <p:spPr>
          <a:xfrm flipH="1">
            <a:off x="1018606" y="799957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EBE063-39A2-2DC4-59D2-1B5675397773}"/>
              </a:ext>
            </a:extLst>
          </p:cNvPr>
          <p:cNvCxnSpPr>
            <a:cxnSpLocks/>
          </p:cNvCxnSpPr>
          <p:nvPr/>
        </p:nvCxnSpPr>
        <p:spPr>
          <a:xfrm flipH="1">
            <a:off x="2104966" y="799957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E857C6-2AD2-08CE-C563-3C8D90E069B6}"/>
              </a:ext>
            </a:extLst>
          </p:cNvPr>
          <p:cNvCxnSpPr>
            <a:cxnSpLocks/>
          </p:cNvCxnSpPr>
          <p:nvPr/>
        </p:nvCxnSpPr>
        <p:spPr>
          <a:xfrm flipH="1">
            <a:off x="3214959" y="799957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3C9E50-1A61-14ED-2DB8-727D2A48C016}"/>
              </a:ext>
            </a:extLst>
          </p:cNvPr>
          <p:cNvCxnSpPr>
            <a:cxnSpLocks/>
          </p:cNvCxnSpPr>
          <p:nvPr/>
        </p:nvCxnSpPr>
        <p:spPr>
          <a:xfrm flipH="1">
            <a:off x="4300504" y="799957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26151B-CA8F-805C-09BF-D8294AEAC69D}"/>
              </a:ext>
            </a:extLst>
          </p:cNvPr>
          <p:cNvCxnSpPr>
            <a:cxnSpLocks/>
          </p:cNvCxnSpPr>
          <p:nvPr/>
        </p:nvCxnSpPr>
        <p:spPr>
          <a:xfrm flipH="1">
            <a:off x="5395828" y="799957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57522D-9007-0E3E-8F8E-1968ACAAF37B}"/>
              </a:ext>
            </a:extLst>
          </p:cNvPr>
          <p:cNvCxnSpPr>
            <a:cxnSpLocks/>
          </p:cNvCxnSpPr>
          <p:nvPr/>
        </p:nvCxnSpPr>
        <p:spPr>
          <a:xfrm flipH="1">
            <a:off x="6481371" y="799957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619644-ADC0-ECE4-C18E-6A3F8AA4EA96}"/>
              </a:ext>
            </a:extLst>
          </p:cNvPr>
          <p:cNvCxnSpPr>
            <a:cxnSpLocks/>
          </p:cNvCxnSpPr>
          <p:nvPr/>
        </p:nvCxnSpPr>
        <p:spPr>
          <a:xfrm flipH="1">
            <a:off x="1029411" y="2083716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529D4A-26FC-67A6-5C93-2399DAC79C45}"/>
              </a:ext>
            </a:extLst>
          </p:cNvPr>
          <p:cNvCxnSpPr>
            <a:cxnSpLocks/>
          </p:cNvCxnSpPr>
          <p:nvPr/>
        </p:nvCxnSpPr>
        <p:spPr>
          <a:xfrm flipH="1">
            <a:off x="2115771" y="2083716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8DE8B1-A276-133C-F25C-CEDF646CFED0}"/>
              </a:ext>
            </a:extLst>
          </p:cNvPr>
          <p:cNvCxnSpPr>
            <a:cxnSpLocks/>
          </p:cNvCxnSpPr>
          <p:nvPr/>
        </p:nvCxnSpPr>
        <p:spPr>
          <a:xfrm flipH="1">
            <a:off x="3225764" y="2083716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61FE2B-FA99-C86D-A2D0-068D44CCCECB}"/>
              </a:ext>
            </a:extLst>
          </p:cNvPr>
          <p:cNvCxnSpPr>
            <a:cxnSpLocks/>
          </p:cNvCxnSpPr>
          <p:nvPr/>
        </p:nvCxnSpPr>
        <p:spPr>
          <a:xfrm flipH="1">
            <a:off x="4311309" y="2083716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4912EE-8BD7-B0FB-8561-7AF138462703}"/>
              </a:ext>
            </a:extLst>
          </p:cNvPr>
          <p:cNvCxnSpPr>
            <a:cxnSpLocks/>
          </p:cNvCxnSpPr>
          <p:nvPr/>
        </p:nvCxnSpPr>
        <p:spPr>
          <a:xfrm flipH="1">
            <a:off x="5406633" y="2083716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8E86D9-3122-4525-F78F-E68CD906998E}"/>
              </a:ext>
            </a:extLst>
          </p:cNvPr>
          <p:cNvCxnSpPr>
            <a:cxnSpLocks/>
          </p:cNvCxnSpPr>
          <p:nvPr/>
        </p:nvCxnSpPr>
        <p:spPr>
          <a:xfrm flipH="1">
            <a:off x="6492176" y="2083716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D5F1C30-B096-113D-83A8-34704574C3DD}"/>
              </a:ext>
            </a:extLst>
          </p:cNvPr>
          <p:cNvCxnSpPr>
            <a:cxnSpLocks/>
          </p:cNvCxnSpPr>
          <p:nvPr/>
        </p:nvCxnSpPr>
        <p:spPr>
          <a:xfrm flipH="1">
            <a:off x="1018606" y="335956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625B34-814D-5E06-8C6C-F8C2D3FDCDEC}"/>
              </a:ext>
            </a:extLst>
          </p:cNvPr>
          <p:cNvCxnSpPr>
            <a:cxnSpLocks/>
          </p:cNvCxnSpPr>
          <p:nvPr/>
        </p:nvCxnSpPr>
        <p:spPr>
          <a:xfrm flipH="1">
            <a:off x="2104966" y="335956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451A61-0EA4-074E-0EB0-87EF1D93B66F}"/>
              </a:ext>
            </a:extLst>
          </p:cNvPr>
          <p:cNvCxnSpPr>
            <a:cxnSpLocks/>
          </p:cNvCxnSpPr>
          <p:nvPr/>
        </p:nvCxnSpPr>
        <p:spPr>
          <a:xfrm flipH="1">
            <a:off x="3214959" y="335956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DF21C79-939A-F120-EC94-3428B4E448B5}"/>
              </a:ext>
            </a:extLst>
          </p:cNvPr>
          <p:cNvCxnSpPr>
            <a:cxnSpLocks/>
          </p:cNvCxnSpPr>
          <p:nvPr/>
        </p:nvCxnSpPr>
        <p:spPr>
          <a:xfrm flipH="1">
            <a:off x="4300504" y="335956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3ECDEBE-37A8-08D5-9673-32CA953838A9}"/>
              </a:ext>
            </a:extLst>
          </p:cNvPr>
          <p:cNvCxnSpPr>
            <a:cxnSpLocks/>
          </p:cNvCxnSpPr>
          <p:nvPr/>
        </p:nvCxnSpPr>
        <p:spPr>
          <a:xfrm flipH="1">
            <a:off x="5395828" y="335956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FBE0B9-0F7B-710F-947B-27F31F73C1D8}"/>
              </a:ext>
            </a:extLst>
          </p:cNvPr>
          <p:cNvCxnSpPr>
            <a:cxnSpLocks/>
          </p:cNvCxnSpPr>
          <p:nvPr/>
        </p:nvCxnSpPr>
        <p:spPr>
          <a:xfrm flipH="1">
            <a:off x="6481371" y="335956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0A5F1F2-BF8E-D244-E7A4-65823F49C5D5}"/>
              </a:ext>
            </a:extLst>
          </p:cNvPr>
          <p:cNvCxnSpPr>
            <a:cxnSpLocks/>
          </p:cNvCxnSpPr>
          <p:nvPr/>
        </p:nvCxnSpPr>
        <p:spPr>
          <a:xfrm flipH="1">
            <a:off x="1018606" y="4611363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90155DA-F440-8306-88C9-600F88FB80B7}"/>
              </a:ext>
            </a:extLst>
          </p:cNvPr>
          <p:cNvCxnSpPr>
            <a:cxnSpLocks/>
          </p:cNvCxnSpPr>
          <p:nvPr/>
        </p:nvCxnSpPr>
        <p:spPr>
          <a:xfrm flipH="1">
            <a:off x="2104966" y="4611363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DF9F5D-DE4A-E5E1-FD53-3647D8C66436}"/>
              </a:ext>
            </a:extLst>
          </p:cNvPr>
          <p:cNvCxnSpPr>
            <a:cxnSpLocks/>
          </p:cNvCxnSpPr>
          <p:nvPr/>
        </p:nvCxnSpPr>
        <p:spPr>
          <a:xfrm flipH="1">
            <a:off x="3214959" y="4611363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122394-C1FC-07AC-72C8-629844CD0ADE}"/>
              </a:ext>
            </a:extLst>
          </p:cNvPr>
          <p:cNvCxnSpPr>
            <a:cxnSpLocks/>
          </p:cNvCxnSpPr>
          <p:nvPr/>
        </p:nvCxnSpPr>
        <p:spPr>
          <a:xfrm flipH="1">
            <a:off x="4300504" y="4611363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BC68D0-45F9-EB66-6AB7-A5ACB3E8F4F6}"/>
              </a:ext>
            </a:extLst>
          </p:cNvPr>
          <p:cNvCxnSpPr>
            <a:cxnSpLocks/>
          </p:cNvCxnSpPr>
          <p:nvPr/>
        </p:nvCxnSpPr>
        <p:spPr>
          <a:xfrm flipH="1">
            <a:off x="5395828" y="4611363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BB5156-5FD4-639A-764F-A699DB97445D}"/>
              </a:ext>
            </a:extLst>
          </p:cNvPr>
          <p:cNvCxnSpPr>
            <a:cxnSpLocks/>
          </p:cNvCxnSpPr>
          <p:nvPr/>
        </p:nvCxnSpPr>
        <p:spPr>
          <a:xfrm flipH="1">
            <a:off x="6481371" y="4611363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8888AC7-4062-A6EC-AAA8-5C20FB5ECBEA}"/>
              </a:ext>
            </a:extLst>
          </p:cNvPr>
          <p:cNvSpPr txBox="1"/>
          <p:nvPr/>
        </p:nvSpPr>
        <p:spPr>
          <a:xfrm>
            <a:off x="417130" y="110798"/>
            <a:ext cx="1202949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Non-entrainment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interval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02E531-F687-5F6C-3FB7-648E0883CA44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1018605" y="310853"/>
            <a:ext cx="0" cy="3054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32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0BF85927-0032-9900-BE9C-66247ACF83FF}"/>
              </a:ext>
            </a:extLst>
          </p:cNvPr>
          <p:cNvSpPr txBox="1"/>
          <p:nvPr/>
        </p:nvSpPr>
        <p:spPr>
          <a:xfrm>
            <a:off x="2372587" y="953431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F1ADD3-AD5C-A593-6FB0-50BB0D6ED0B4}"/>
              </a:ext>
            </a:extLst>
          </p:cNvPr>
          <p:cNvSpPr txBox="1"/>
          <p:nvPr/>
        </p:nvSpPr>
        <p:spPr>
          <a:xfrm>
            <a:off x="4271286" y="948821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67EC8B-8979-3F9B-7739-8F719F9D3063}"/>
              </a:ext>
            </a:extLst>
          </p:cNvPr>
          <p:cNvSpPr txBox="1"/>
          <p:nvPr/>
        </p:nvSpPr>
        <p:spPr>
          <a:xfrm>
            <a:off x="2279433" y="2847580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B192C0-8D62-5021-B518-89806FC3F393}"/>
              </a:ext>
            </a:extLst>
          </p:cNvPr>
          <p:cNvSpPr txBox="1"/>
          <p:nvPr/>
        </p:nvSpPr>
        <p:spPr>
          <a:xfrm>
            <a:off x="4197584" y="2847580"/>
            <a:ext cx="7388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DEA8F-003D-364A-AB72-C2CAAA627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625" y="1086949"/>
            <a:ext cx="19812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BDECB-F643-867A-F4E7-6612D2299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209" y="1082339"/>
            <a:ext cx="1981200" cy="156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0AA23D-229A-5797-54A1-DDDE74EE7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625" y="2993648"/>
            <a:ext cx="1981200" cy="1562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9C33C5-A526-A55E-9B4C-2FB596F3E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415" y="2979316"/>
            <a:ext cx="1981200" cy="158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F5A500-E9E5-B5D5-5FD1-32C47AF8BF05}"/>
              </a:ext>
            </a:extLst>
          </p:cNvPr>
          <p:cNvSpPr txBox="1"/>
          <p:nvPr/>
        </p:nvSpPr>
        <p:spPr>
          <a:xfrm>
            <a:off x="5649974" y="-176781"/>
            <a:ext cx="3638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 fig</a:t>
            </a:r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6C7472-97FA-0797-FA76-F7C5286DFA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894" y="5276633"/>
            <a:ext cx="1981200" cy="1562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E5132F-E490-00C1-B6E4-665DAA8162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8456" y="5276633"/>
            <a:ext cx="1981200" cy="1562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0465B76-64F8-AFCF-2B8B-A33563B242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3158" y="5319171"/>
            <a:ext cx="1981200" cy="15621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0CC804D-9193-E469-148E-50012B4407DA}"/>
              </a:ext>
            </a:extLst>
          </p:cNvPr>
          <p:cNvSpPr txBox="1"/>
          <p:nvPr/>
        </p:nvSpPr>
        <p:spPr>
          <a:xfrm>
            <a:off x="931743" y="6881271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B2B1EF-47E7-AB6B-56C4-FF84291DD5D5}"/>
              </a:ext>
            </a:extLst>
          </p:cNvPr>
          <p:cNvSpPr txBox="1"/>
          <p:nvPr/>
        </p:nvSpPr>
        <p:spPr>
          <a:xfrm>
            <a:off x="3181260" y="6872223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4F0633-4334-761A-0E9C-9906EB299753}"/>
              </a:ext>
            </a:extLst>
          </p:cNvPr>
          <p:cNvSpPr txBox="1"/>
          <p:nvPr/>
        </p:nvSpPr>
        <p:spPr>
          <a:xfrm>
            <a:off x="5663793" y="6872223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C0B684-B6AB-3C8E-7C85-6C18708CDC0D}"/>
              </a:ext>
            </a:extLst>
          </p:cNvPr>
          <p:cNvSpPr txBox="1"/>
          <p:nvPr/>
        </p:nvSpPr>
        <p:spPr>
          <a:xfrm>
            <a:off x="580586" y="3522434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33 cells and 294321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BCDD03-8973-BAF6-CB64-768C3AA0B978}"/>
              </a:ext>
            </a:extLst>
          </p:cNvPr>
          <p:cNvSpPr txBox="1"/>
          <p:nvPr/>
        </p:nvSpPr>
        <p:spPr>
          <a:xfrm>
            <a:off x="580585" y="1546079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305 cells and 2519300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F24251-5026-8EC9-9D45-121DC4F6B004}"/>
              </a:ext>
            </a:extLst>
          </p:cNvPr>
          <p:cNvSpPr txBox="1"/>
          <p:nvPr/>
        </p:nvSpPr>
        <p:spPr>
          <a:xfrm>
            <a:off x="5351137" y="3522434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19 cells and 115582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A7284D-46B5-E6EE-0D34-626B1734CBEA}"/>
              </a:ext>
            </a:extLst>
          </p:cNvPr>
          <p:cNvSpPr txBox="1"/>
          <p:nvPr/>
        </p:nvSpPr>
        <p:spPr>
          <a:xfrm>
            <a:off x="5375829" y="1546079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305 cells and 2519300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34EA54-4257-5EC5-ED92-27FE90C437BB}"/>
              </a:ext>
            </a:extLst>
          </p:cNvPr>
          <p:cNvSpPr txBox="1"/>
          <p:nvPr/>
        </p:nvSpPr>
        <p:spPr>
          <a:xfrm>
            <a:off x="675984" y="728487"/>
            <a:ext cx="3262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196511-C26B-1DD4-3B0E-22181119BA8F}"/>
              </a:ext>
            </a:extLst>
          </p:cNvPr>
          <p:cNvSpPr txBox="1"/>
          <p:nvPr/>
        </p:nvSpPr>
        <p:spPr>
          <a:xfrm>
            <a:off x="675984" y="4769614"/>
            <a:ext cx="3262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0C0762-3181-7954-55F2-408727FEECBA}"/>
              </a:ext>
            </a:extLst>
          </p:cNvPr>
          <p:cNvSpPr txBox="1"/>
          <p:nvPr/>
        </p:nvSpPr>
        <p:spPr>
          <a:xfrm>
            <a:off x="946209" y="5062016"/>
            <a:ext cx="539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54F422-D867-8583-9619-D03C6CF635F7}"/>
              </a:ext>
            </a:extLst>
          </p:cNvPr>
          <p:cNvSpPr txBox="1"/>
          <p:nvPr/>
        </p:nvSpPr>
        <p:spPr>
          <a:xfrm>
            <a:off x="2927409" y="4969669"/>
            <a:ext cx="12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SMC1: ascending thoracic aorta / aortic arch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C4EC76-F45A-EA30-C393-2B50A3A5F2C1}"/>
              </a:ext>
            </a:extLst>
          </p:cNvPr>
          <p:cNvSpPr txBox="1"/>
          <p:nvPr/>
        </p:nvSpPr>
        <p:spPr>
          <a:xfrm>
            <a:off x="5317683" y="4969669"/>
            <a:ext cx="12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SMC2: descending thoracic aorta</a:t>
            </a:r>
          </a:p>
        </p:txBody>
      </p:sp>
    </p:spTree>
    <p:extLst>
      <p:ext uri="{BB962C8B-B14F-4D97-AF65-F5344CB8AC3E}">
        <p14:creationId xmlns:p14="http://schemas.microsoft.com/office/powerpoint/2010/main" val="387124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5D48-52DC-58F2-0473-F4D86C6E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A5B91-8966-01C0-563D-878DCB68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35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6291</TotalTime>
  <Words>125</Words>
  <Application>Microsoft Macintosh PowerPoint</Application>
  <PresentationFormat>Custom</PresentationFormat>
  <Paragraphs>56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85</cp:revision>
  <dcterms:created xsi:type="dcterms:W3CDTF">2022-09-13T02:17:13Z</dcterms:created>
  <dcterms:modified xsi:type="dcterms:W3CDTF">2022-12-14T23:42:32Z</dcterms:modified>
</cp:coreProperties>
</file>