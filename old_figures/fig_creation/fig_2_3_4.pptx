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61" r:id="rId2"/>
    <p:sldId id="263" r:id="rId3"/>
    <p:sldId id="264" r:id="rId4"/>
    <p:sldId id="262" r:id="rId5"/>
    <p:sldId id="265" r:id="rId6"/>
  </p:sldIdLst>
  <p:sldSz cx="7562850" cy="993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23" userDrawn="1">
          <p15:clr>
            <a:srgbClr val="A4A3A4"/>
          </p15:clr>
        </p15:guide>
        <p15:guide id="2" pos="2502" userDrawn="1">
          <p15:clr>
            <a:srgbClr val="A4A3A4"/>
          </p15:clr>
        </p15:guide>
        <p15:guide id="3" pos="1038" userDrawn="1">
          <p15:clr>
            <a:srgbClr val="A4A3A4"/>
          </p15:clr>
        </p15:guide>
        <p15:guide id="4" orient="horz" pos="49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7"/>
    <p:restoredTop sz="94719"/>
  </p:normalViewPr>
  <p:slideViewPr>
    <p:cSldViewPr snapToGrid="0" showGuides="1">
      <p:cViewPr>
        <p:scale>
          <a:sx n="102" d="100"/>
          <a:sy n="102" d="100"/>
        </p:scale>
        <p:origin x="3648" y="176"/>
      </p:cViewPr>
      <p:guideLst>
        <p:guide orient="horz" pos="923"/>
        <p:guide pos="2502"/>
        <p:guide pos="1038"/>
        <p:guide orient="horz" pos="49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26647"/>
            <a:ext cx="6428423" cy="3460362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220454"/>
            <a:ext cx="5672138" cy="239970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477935"/>
            <a:ext cx="6522958" cy="4134488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6651537"/>
            <a:ext cx="6522958" cy="217422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29180"/>
            <a:ext cx="6522958" cy="1921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436519"/>
            <a:ext cx="3199440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630619"/>
            <a:ext cx="3199440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436519"/>
            <a:ext cx="3215196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630619"/>
            <a:ext cx="3215196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431083"/>
            <a:ext cx="3828693" cy="7063372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431083"/>
            <a:ext cx="3828693" cy="7063372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29177"/>
            <a:ext cx="1630740" cy="8423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29177"/>
            <a:ext cx="4797683" cy="8423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29180"/>
            <a:ext cx="6522958" cy="1921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645888"/>
            <a:ext cx="6522958" cy="630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A4149-D1CA-5047-9C48-A4A30432FA50}" type="datetimeFigureOut">
              <a:rPr lang="en-US" smtClean="0"/>
              <a:t>12/2/22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212296"/>
            <a:ext cx="2552462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image" Target="../media/image16.emf"/><Relationship Id="rId18" Type="http://schemas.openxmlformats.org/officeDocument/2006/relationships/image" Target="../media/image21.emf"/><Relationship Id="rId3" Type="http://schemas.openxmlformats.org/officeDocument/2006/relationships/image" Target="../media/image6.emf"/><Relationship Id="rId21" Type="http://schemas.openxmlformats.org/officeDocument/2006/relationships/image" Target="../media/image24.emf"/><Relationship Id="rId7" Type="http://schemas.openxmlformats.org/officeDocument/2006/relationships/image" Target="../media/image10.emf"/><Relationship Id="rId12" Type="http://schemas.openxmlformats.org/officeDocument/2006/relationships/image" Target="../media/image15.emf"/><Relationship Id="rId17" Type="http://schemas.openxmlformats.org/officeDocument/2006/relationships/image" Target="../media/image20.emf"/><Relationship Id="rId2" Type="http://schemas.openxmlformats.org/officeDocument/2006/relationships/image" Target="../media/image5.emf"/><Relationship Id="rId16" Type="http://schemas.openxmlformats.org/officeDocument/2006/relationships/image" Target="../media/image19.emf"/><Relationship Id="rId20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11" Type="http://schemas.openxmlformats.org/officeDocument/2006/relationships/image" Target="../media/image14.emf"/><Relationship Id="rId5" Type="http://schemas.openxmlformats.org/officeDocument/2006/relationships/image" Target="../media/image8.emf"/><Relationship Id="rId15" Type="http://schemas.openxmlformats.org/officeDocument/2006/relationships/image" Target="../media/image18.emf"/><Relationship Id="rId10" Type="http://schemas.openxmlformats.org/officeDocument/2006/relationships/image" Target="../media/image13.emf"/><Relationship Id="rId19" Type="http://schemas.openxmlformats.org/officeDocument/2006/relationships/image" Target="../media/image22.emf"/><Relationship Id="rId4" Type="http://schemas.openxmlformats.org/officeDocument/2006/relationships/image" Target="../media/image7.emf"/><Relationship Id="rId9" Type="http://schemas.openxmlformats.org/officeDocument/2006/relationships/image" Target="../media/image12.emf"/><Relationship Id="rId14" Type="http://schemas.openxmlformats.org/officeDocument/2006/relationships/image" Target="../media/image1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767ACD-9836-3F5B-D0DB-CA0394776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56" y="265993"/>
            <a:ext cx="2019300" cy="170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7C0CFB-3EAB-44AF-3633-255210FF8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775" y="263723"/>
            <a:ext cx="2019300" cy="1549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F97AB4-F08F-1ECD-9C3D-D8D346093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88" y="2256114"/>
            <a:ext cx="5867400" cy="40513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E380624-9F68-2B4A-25A7-A25E81920442}"/>
              </a:ext>
            </a:extLst>
          </p:cNvPr>
          <p:cNvSpPr txBox="1"/>
          <p:nvPr/>
        </p:nvSpPr>
        <p:spPr>
          <a:xfrm>
            <a:off x="407269" y="2767330"/>
            <a:ext cx="4723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BA36CB-B526-8FCE-B7E6-9FA3A87EC079}"/>
              </a:ext>
            </a:extLst>
          </p:cNvPr>
          <p:cNvSpPr txBox="1"/>
          <p:nvPr/>
        </p:nvSpPr>
        <p:spPr>
          <a:xfrm>
            <a:off x="306889" y="3702818"/>
            <a:ext cx="67308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EB04F0-928B-609D-683F-0B20238C65C6}"/>
              </a:ext>
            </a:extLst>
          </p:cNvPr>
          <p:cNvSpPr txBox="1"/>
          <p:nvPr/>
        </p:nvSpPr>
        <p:spPr>
          <a:xfrm>
            <a:off x="463686" y="4514013"/>
            <a:ext cx="4723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D5FE6C-DF63-AE52-EEDF-E5B7332E244F}"/>
              </a:ext>
            </a:extLst>
          </p:cNvPr>
          <p:cNvSpPr txBox="1"/>
          <p:nvPr/>
        </p:nvSpPr>
        <p:spPr>
          <a:xfrm>
            <a:off x="232332" y="5456563"/>
            <a:ext cx="82452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18538E-0C1A-C63F-EC21-94313E110679}"/>
              </a:ext>
            </a:extLst>
          </p:cNvPr>
          <p:cNvSpPr txBox="1"/>
          <p:nvPr/>
        </p:nvSpPr>
        <p:spPr>
          <a:xfrm>
            <a:off x="208427" y="63668"/>
            <a:ext cx="4297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12839F-DE98-7F3F-B3E0-3BBA08A7C49B}"/>
              </a:ext>
            </a:extLst>
          </p:cNvPr>
          <p:cNvSpPr txBox="1"/>
          <p:nvPr/>
        </p:nvSpPr>
        <p:spPr>
          <a:xfrm>
            <a:off x="2880048" y="67165"/>
            <a:ext cx="4297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8B08C2-863C-7F42-784B-FB779C4815E4}"/>
              </a:ext>
            </a:extLst>
          </p:cNvPr>
          <p:cNvSpPr txBox="1"/>
          <p:nvPr/>
        </p:nvSpPr>
        <p:spPr>
          <a:xfrm>
            <a:off x="788329" y="2056162"/>
            <a:ext cx="4297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pic>
        <p:nvPicPr>
          <p:cNvPr id="40" name="Picture 2">
            <a:extLst>
              <a:ext uri="{FF2B5EF4-FFF2-40B4-BE49-F238E27FC236}">
                <a16:creationId xmlns:a16="http://schemas.microsoft.com/office/drawing/2014/main" id="{E93773E0-DD7E-6EB5-6F32-A4DEB70E6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094" y="303445"/>
            <a:ext cx="1921408" cy="1509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8A05980-B1B3-76AF-C27C-20651CB01BA7}"/>
              </a:ext>
            </a:extLst>
          </p:cNvPr>
          <p:cNvSpPr txBox="1"/>
          <p:nvPr/>
        </p:nvSpPr>
        <p:spPr>
          <a:xfrm>
            <a:off x="5279485" y="67165"/>
            <a:ext cx="4297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60627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0EB33D-2D51-42E6-033B-400F21675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318" y="3809240"/>
            <a:ext cx="1631611" cy="135454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0AD73E-69B5-1F6E-70B1-7BC04EA26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72" y="5324394"/>
            <a:ext cx="1559779" cy="1354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327C40-ABAE-D399-5877-CA93BFC63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71" y="6800200"/>
            <a:ext cx="1559779" cy="13545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760B93-909C-D503-AFBF-726E6DFF3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318" y="2294086"/>
            <a:ext cx="1611088" cy="13545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5FBBB6-F998-9C74-5DE3-BBF9CA9866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318" y="778932"/>
            <a:ext cx="1559779" cy="13545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223C87-D7F3-2360-46E2-E7C176DE68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1469" y="778929"/>
            <a:ext cx="1559779" cy="13545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CFEC964-9675-8BC2-EF4B-4969C4D6CF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1469" y="2294085"/>
            <a:ext cx="1559779" cy="13545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7E7B8C-C275-26F7-941D-86C94EF541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1468" y="3809240"/>
            <a:ext cx="1559779" cy="13545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2CA7AF-4A60-1A03-765F-64F2007778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4841" y="5343421"/>
            <a:ext cx="1559779" cy="13545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1505B4-A6D3-4D19-0AF3-FFB7FB8DAF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9330" y="778929"/>
            <a:ext cx="1559779" cy="135454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DE5A176-7415-520E-DB9A-24A0453D674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29329" y="2294085"/>
            <a:ext cx="1559779" cy="135454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C3DAE1-A2F5-E87C-2DB6-0598284A33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29328" y="3809240"/>
            <a:ext cx="1559779" cy="135454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C66300F-2D31-9C48-6F5C-9276F280F02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29327" y="6800198"/>
            <a:ext cx="1559779" cy="135454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560AD14-81BE-6105-6958-B038FD18C22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29327" y="5343420"/>
            <a:ext cx="1652134" cy="135454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F9EA58A-3486-6A47-E36C-704B52D9BE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75390" y="778929"/>
            <a:ext cx="1662396" cy="135454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E0DE5F5-9120-CB15-32D2-1EFE7C429D4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75390" y="2294084"/>
            <a:ext cx="1559779" cy="135454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64D46F3-66D1-6F03-A9A3-E8C51B67E52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75390" y="3809239"/>
            <a:ext cx="1559779" cy="135454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B3E69EE-FD5E-B93F-33EE-27F179C2F00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28714" y="5343421"/>
            <a:ext cx="2113911" cy="135454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9516CBF-C70E-AC2F-8E07-08AECA44E7C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75390" y="6800198"/>
            <a:ext cx="1559779" cy="135454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778C948-DF96-B116-526E-2CF96746591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94840" y="6800199"/>
            <a:ext cx="1559779" cy="1354545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A9A61978-9D43-550D-1739-DD91687445A5}"/>
              </a:ext>
            </a:extLst>
          </p:cNvPr>
          <p:cNvSpPr txBox="1"/>
          <p:nvPr/>
        </p:nvSpPr>
        <p:spPr>
          <a:xfrm>
            <a:off x="870012" y="557643"/>
            <a:ext cx="5592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9F1ADE-8C80-6E43-1522-6954C0964A0D}"/>
              </a:ext>
            </a:extLst>
          </p:cNvPr>
          <p:cNvSpPr txBox="1"/>
          <p:nvPr/>
        </p:nvSpPr>
        <p:spPr>
          <a:xfrm>
            <a:off x="2490718" y="562009"/>
            <a:ext cx="6457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DB7078-2B6F-5410-1D06-2A9F5C15FEED}"/>
              </a:ext>
            </a:extLst>
          </p:cNvPr>
          <p:cNvSpPr txBox="1"/>
          <p:nvPr/>
        </p:nvSpPr>
        <p:spPr>
          <a:xfrm>
            <a:off x="4310569" y="560739"/>
            <a:ext cx="37684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EC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76BAEE-1198-2475-739B-07FB8EBE033E}"/>
              </a:ext>
            </a:extLst>
          </p:cNvPr>
          <p:cNvSpPr txBox="1"/>
          <p:nvPr/>
        </p:nvSpPr>
        <p:spPr>
          <a:xfrm>
            <a:off x="6107802" y="576669"/>
            <a:ext cx="7557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</p:spTree>
    <p:extLst>
      <p:ext uri="{BB962C8B-B14F-4D97-AF65-F5344CB8AC3E}">
        <p14:creationId xmlns:p14="http://schemas.microsoft.com/office/powerpoint/2010/main" val="3763496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F4ED3-050F-3253-EBFC-285C393C3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957921-5C74-059B-CDC1-135601570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051" y="2608412"/>
            <a:ext cx="1981200" cy="156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699A81-FE4F-5E0B-75FF-02309AAD4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476" y="2608412"/>
            <a:ext cx="1854200" cy="1562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425CBF-A6BE-5636-4836-8456D0CAC862}"/>
              </a:ext>
            </a:extLst>
          </p:cNvPr>
          <p:cNvSpPr txBox="1"/>
          <p:nvPr/>
        </p:nvSpPr>
        <p:spPr>
          <a:xfrm>
            <a:off x="-722687" y="3070519"/>
            <a:ext cx="1528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Up-up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492330-1C80-5080-1FF2-5DE8A9571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476" y="4491330"/>
            <a:ext cx="1854200" cy="1562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35D21A-D22E-6861-7FFB-C024D40C1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3051" y="4491330"/>
            <a:ext cx="1981200" cy="1562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B8EE96-86A2-3239-1621-93A6D991B021}"/>
              </a:ext>
            </a:extLst>
          </p:cNvPr>
          <p:cNvSpPr txBox="1"/>
          <p:nvPr/>
        </p:nvSpPr>
        <p:spPr>
          <a:xfrm>
            <a:off x="-2031557" y="5087714"/>
            <a:ext cx="4373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Down-down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1FD07-D093-9830-4964-3B3A809D3F89}"/>
              </a:ext>
            </a:extLst>
          </p:cNvPr>
          <p:cNvSpPr txBox="1"/>
          <p:nvPr/>
        </p:nvSpPr>
        <p:spPr>
          <a:xfrm>
            <a:off x="1165423" y="2450326"/>
            <a:ext cx="4297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E778FD-893E-1ACA-D081-73C72B25AFFA}"/>
              </a:ext>
            </a:extLst>
          </p:cNvPr>
          <p:cNvSpPr txBox="1"/>
          <p:nvPr/>
        </p:nvSpPr>
        <p:spPr>
          <a:xfrm>
            <a:off x="3351677" y="2450325"/>
            <a:ext cx="4297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AF68A7-A792-0B75-C7A2-00CA90307A1D}"/>
              </a:ext>
            </a:extLst>
          </p:cNvPr>
          <p:cNvSpPr txBox="1"/>
          <p:nvPr/>
        </p:nvSpPr>
        <p:spPr>
          <a:xfrm>
            <a:off x="1165423" y="4371472"/>
            <a:ext cx="4297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ABF2A0-D28D-C08B-DB9E-5A4E2CF0ADAC}"/>
              </a:ext>
            </a:extLst>
          </p:cNvPr>
          <p:cNvSpPr txBox="1"/>
          <p:nvPr/>
        </p:nvSpPr>
        <p:spPr>
          <a:xfrm>
            <a:off x="3351677" y="4373422"/>
            <a:ext cx="4297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600622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67A64-7FFE-E034-B70F-B290AD60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46" y="26458"/>
            <a:ext cx="6522958" cy="1921146"/>
          </a:xfrm>
        </p:spPr>
        <p:txBody>
          <a:bodyPr/>
          <a:lstStyle/>
          <a:p>
            <a:r>
              <a:rPr lang="en-US" dirty="0"/>
              <a:t>Supp: SMC subtypes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BC77D-F946-C17A-3190-7F90FF322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467918"/>
            <a:ext cx="5867400" cy="4749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F448B6-329B-6CE0-B507-9D3B44A90830}"/>
              </a:ext>
            </a:extLst>
          </p:cNvPr>
          <p:cNvSpPr txBox="1"/>
          <p:nvPr/>
        </p:nvSpPr>
        <p:spPr>
          <a:xfrm>
            <a:off x="441624" y="2008560"/>
            <a:ext cx="4723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94378-597F-EA20-4FA3-484A227D6E4B}"/>
              </a:ext>
            </a:extLst>
          </p:cNvPr>
          <p:cNvSpPr txBox="1"/>
          <p:nvPr/>
        </p:nvSpPr>
        <p:spPr>
          <a:xfrm>
            <a:off x="441623" y="2819068"/>
            <a:ext cx="4723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7A8884-ABD4-5B28-5816-587C1FB5FA1B}"/>
              </a:ext>
            </a:extLst>
          </p:cNvPr>
          <p:cNvSpPr txBox="1"/>
          <p:nvPr/>
        </p:nvSpPr>
        <p:spPr>
          <a:xfrm>
            <a:off x="441623" y="3654529"/>
            <a:ext cx="4723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F2216-584D-7D44-B6B3-4CC4452E3477}"/>
              </a:ext>
            </a:extLst>
          </p:cNvPr>
          <p:cNvSpPr txBox="1"/>
          <p:nvPr/>
        </p:nvSpPr>
        <p:spPr>
          <a:xfrm>
            <a:off x="441622" y="4585104"/>
            <a:ext cx="4723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3DD13-FD56-16F1-69C6-0CA91238B534}"/>
              </a:ext>
            </a:extLst>
          </p:cNvPr>
          <p:cNvSpPr txBox="1"/>
          <p:nvPr/>
        </p:nvSpPr>
        <p:spPr>
          <a:xfrm>
            <a:off x="441622" y="5320537"/>
            <a:ext cx="4723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SMC4</a:t>
            </a:r>
          </a:p>
        </p:txBody>
      </p:sp>
    </p:spTree>
    <p:extLst>
      <p:ext uri="{BB962C8B-B14F-4D97-AF65-F5344CB8AC3E}">
        <p14:creationId xmlns:p14="http://schemas.microsoft.com/office/powerpoint/2010/main" val="835559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4E170-B833-984C-8035-79569B31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Supp: </a:t>
            </a:r>
            <a:r>
              <a:rPr lang="en-US" dirty="0" err="1"/>
              <a:t>acrophase</a:t>
            </a:r>
            <a:r>
              <a:rPr lang="en-US" dirty="0"/>
              <a:t> distributions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17B1F-A1E8-2BDE-7266-B822D7A0D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5CACB5-A568-C051-A10C-8B04088F3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975" y="6593065"/>
            <a:ext cx="19304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72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396</TotalTime>
  <Words>32</Words>
  <Application>Microsoft Macintosh PowerPoint</Application>
  <PresentationFormat>Custom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Supp: SMC subtypes</vt:lpstr>
      <vt:lpstr>Supp: acrophase distributions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21</cp:revision>
  <dcterms:created xsi:type="dcterms:W3CDTF">2022-09-13T02:17:13Z</dcterms:created>
  <dcterms:modified xsi:type="dcterms:W3CDTF">2022-12-02T21:53:35Z</dcterms:modified>
</cp:coreProperties>
</file>