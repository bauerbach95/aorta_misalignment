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9"/>
  </p:notesMasterIdLst>
  <p:sldIdLst>
    <p:sldId id="266" r:id="rId2"/>
    <p:sldId id="261" r:id="rId3"/>
    <p:sldId id="267" r:id="rId4"/>
    <p:sldId id="264" r:id="rId5"/>
    <p:sldId id="265" r:id="rId6"/>
    <p:sldId id="262" r:id="rId7"/>
    <p:sldId id="263" r:id="rId8"/>
  </p:sldIdLst>
  <p:sldSz cx="7562850" cy="9939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95" userDrawn="1">
          <p15:clr>
            <a:srgbClr val="A4A3A4"/>
          </p15:clr>
        </p15:guide>
        <p15:guide id="2" pos="966" userDrawn="1">
          <p15:clr>
            <a:srgbClr val="A4A3A4"/>
          </p15:clr>
        </p15:guide>
        <p15:guide id="4" orient="horz" pos="923" userDrawn="1">
          <p15:clr>
            <a:srgbClr val="A4A3A4"/>
          </p15:clr>
        </p15:guide>
        <p15:guide id="5" orient="horz" pos="4187" userDrawn="1">
          <p15:clr>
            <a:srgbClr val="A4A3A4"/>
          </p15:clr>
        </p15:guide>
        <p15:guide id="6" pos="22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45"/>
    <p:restoredTop sz="96327"/>
  </p:normalViewPr>
  <p:slideViewPr>
    <p:cSldViewPr snapToGrid="0" showGuides="1">
      <p:cViewPr>
        <p:scale>
          <a:sx n="99" d="100"/>
          <a:sy n="99" d="100"/>
        </p:scale>
        <p:origin x="3864" y="448"/>
      </p:cViewPr>
      <p:guideLst>
        <p:guide orient="horz" pos="5795"/>
        <p:guide pos="966"/>
        <p:guide orient="horz" pos="923"/>
        <p:guide orient="horz" pos="4187"/>
        <p:guide pos="22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4F087-AC96-2341-BEC2-23F010E2C901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54250" y="1143000"/>
            <a:ext cx="2349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912B5-17F9-7B4A-9EE2-E3308FDCF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44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1912B5-17F9-7B4A-9EE2-E3308FDCF8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4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1912B5-17F9-7B4A-9EE2-E3308FDCF8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85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1912B5-17F9-7B4A-9EE2-E3308FDCF89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0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26647"/>
            <a:ext cx="6428423" cy="3460362"/>
          </a:xfrm>
        </p:spPr>
        <p:txBody>
          <a:bodyPr anchor="b"/>
          <a:lstStyle>
            <a:lvl1pPr algn="ctr"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356" y="5220454"/>
            <a:ext cx="5672138" cy="2399705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150" indent="0" algn="ctr">
              <a:buNone/>
              <a:defRPr sz="1654"/>
            </a:lvl2pPr>
            <a:lvl3pPr marL="756300" indent="0" algn="ctr">
              <a:buNone/>
              <a:defRPr sz="1489"/>
            </a:lvl3pPr>
            <a:lvl4pPr marL="1134450" indent="0" algn="ctr">
              <a:buNone/>
              <a:defRPr sz="1323"/>
            </a:lvl4pPr>
            <a:lvl5pPr marL="1512600" indent="0" algn="ctr">
              <a:buNone/>
              <a:defRPr sz="1323"/>
            </a:lvl5pPr>
            <a:lvl6pPr marL="1890751" indent="0" algn="ctr">
              <a:buNone/>
              <a:defRPr sz="1323"/>
            </a:lvl6pPr>
            <a:lvl7pPr marL="2268901" indent="0" algn="ctr">
              <a:buNone/>
              <a:defRPr sz="1323"/>
            </a:lvl7pPr>
            <a:lvl8pPr marL="2647051" indent="0" algn="ctr">
              <a:buNone/>
              <a:defRPr sz="1323"/>
            </a:lvl8pPr>
            <a:lvl9pPr marL="3025201" indent="0" algn="ctr">
              <a:buNone/>
              <a:defRPr sz="132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34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1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007" y="2477935"/>
            <a:ext cx="6522958" cy="4134488"/>
          </a:xfrm>
        </p:spPr>
        <p:txBody>
          <a:bodyPr anchor="b"/>
          <a:lstStyle>
            <a:lvl1pPr>
              <a:defRPr sz="4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007" y="6651537"/>
            <a:ext cx="6522958" cy="2174229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/>
                </a:solidFill>
              </a:defRPr>
            </a:lvl1pPr>
            <a:lvl2pPr marL="378150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30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3pPr>
            <a:lvl4pPr marL="113445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600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7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9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705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520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87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946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8693" y="2645888"/>
            <a:ext cx="3214211" cy="63064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5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529180"/>
            <a:ext cx="6522958" cy="19211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932" y="2436519"/>
            <a:ext cx="3199440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932" y="3630619"/>
            <a:ext cx="3199440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8693" y="2436519"/>
            <a:ext cx="3215196" cy="119410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150" indent="0">
              <a:buNone/>
              <a:defRPr sz="1654" b="1"/>
            </a:lvl2pPr>
            <a:lvl3pPr marL="756300" indent="0">
              <a:buNone/>
              <a:defRPr sz="1489" b="1"/>
            </a:lvl3pPr>
            <a:lvl4pPr marL="1134450" indent="0">
              <a:buNone/>
              <a:defRPr sz="1323" b="1"/>
            </a:lvl4pPr>
            <a:lvl5pPr marL="1512600" indent="0">
              <a:buNone/>
              <a:defRPr sz="1323" b="1"/>
            </a:lvl5pPr>
            <a:lvl6pPr marL="1890751" indent="0">
              <a:buNone/>
              <a:defRPr sz="1323" b="1"/>
            </a:lvl6pPr>
            <a:lvl7pPr marL="2268901" indent="0">
              <a:buNone/>
              <a:defRPr sz="1323" b="1"/>
            </a:lvl7pPr>
            <a:lvl8pPr marL="2647051" indent="0">
              <a:buNone/>
              <a:defRPr sz="1323" b="1"/>
            </a:lvl8pPr>
            <a:lvl9pPr marL="3025201" indent="0">
              <a:buNone/>
              <a:defRPr sz="13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8693" y="3630619"/>
            <a:ext cx="3215196" cy="5340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1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32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5196" y="1431083"/>
            <a:ext cx="3828693" cy="7063372"/>
          </a:xfrm>
        </p:spPr>
        <p:txBody>
          <a:bodyPr/>
          <a:lstStyle>
            <a:lvl1pPr>
              <a:defRPr sz="2647"/>
            </a:lvl1pPr>
            <a:lvl2pPr>
              <a:defRPr sz="2316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5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31" y="662622"/>
            <a:ext cx="2439216" cy="2319179"/>
          </a:xfrm>
        </p:spPr>
        <p:txBody>
          <a:bodyPr anchor="b"/>
          <a:lstStyle>
            <a:lvl1pPr>
              <a:defRPr sz="26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5196" y="1431083"/>
            <a:ext cx="3828693" cy="7063372"/>
          </a:xfrm>
        </p:spPr>
        <p:txBody>
          <a:bodyPr anchor="t"/>
          <a:lstStyle>
            <a:lvl1pPr marL="0" indent="0">
              <a:buNone/>
              <a:defRPr sz="2647"/>
            </a:lvl1pPr>
            <a:lvl2pPr marL="378150" indent="0">
              <a:buNone/>
              <a:defRPr sz="2316"/>
            </a:lvl2pPr>
            <a:lvl3pPr marL="756300" indent="0">
              <a:buNone/>
              <a:defRPr sz="1985"/>
            </a:lvl3pPr>
            <a:lvl4pPr marL="1134450" indent="0">
              <a:buNone/>
              <a:defRPr sz="1654"/>
            </a:lvl4pPr>
            <a:lvl5pPr marL="1512600" indent="0">
              <a:buNone/>
              <a:defRPr sz="1654"/>
            </a:lvl5pPr>
            <a:lvl6pPr marL="1890751" indent="0">
              <a:buNone/>
              <a:defRPr sz="1654"/>
            </a:lvl6pPr>
            <a:lvl7pPr marL="2268901" indent="0">
              <a:buNone/>
              <a:defRPr sz="1654"/>
            </a:lvl7pPr>
            <a:lvl8pPr marL="2647051" indent="0">
              <a:buNone/>
              <a:defRPr sz="1654"/>
            </a:lvl8pPr>
            <a:lvl9pPr marL="3025201" indent="0">
              <a:buNone/>
              <a:defRPr sz="165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931" y="2981801"/>
            <a:ext cx="2439216" cy="5524156"/>
          </a:xfrm>
        </p:spPr>
        <p:txBody>
          <a:bodyPr/>
          <a:lstStyle>
            <a:lvl1pPr marL="0" indent="0">
              <a:buNone/>
              <a:defRPr sz="1323"/>
            </a:lvl1pPr>
            <a:lvl2pPr marL="378150" indent="0">
              <a:buNone/>
              <a:defRPr sz="1158"/>
            </a:lvl2pPr>
            <a:lvl3pPr marL="756300" indent="0">
              <a:buNone/>
              <a:defRPr sz="993"/>
            </a:lvl3pPr>
            <a:lvl4pPr marL="1134450" indent="0">
              <a:buNone/>
              <a:defRPr sz="827"/>
            </a:lvl4pPr>
            <a:lvl5pPr marL="1512600" indent="0">
              <a:buNone/>
              <a:defRPr sz="827"/>
            </a:lvl5pPr>
            <a:lvl6pPr marL="1890751" indent="0">
              <a:buNone/>
              <a:defRPr sz="827"/>
            </a:lvl6pPr>
            <a:lvl7pPr marL="2268901" indent="0">
              <a:buNone/>
              <a:defRPr sz="827"/>
            </a:lvl7pPr>
            <a:lvl8pPr marL="2647051" indent="0">
              <a:buNone/>
              <a:defRPr sz="827"/>
            </a:lvl8pPr>
            <a:lvl9pPr marL="3025201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9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2165" y="529177"/>
            <a:ext cx="1630740" cy="8423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946" y="529177"/>
            <a:ext cx="4797683" cy="84231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946" y="529180"/>
            <a:ext cx="6522958" cy="1921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946" y="2645888"/>
            <a:ext cx="6522958" cy="6306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946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A4149-D1CA-5047-9C48-A4A30432FA50}" type="datetimeFigureOut">
              <a:rPr lang="en-US" smtClean="0"/>
              <a:t>11/28/22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5194" y="9212296"/>
            <a:ext cx="2552462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1263" y="9212296"/>
            <a:ext cx="1701641" cy="5291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2FE44-9CCE-254F-952B-A2FD319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56300" rtl="0" eaLnBrk="1" latinLnBrk="0" hangingPunct="1">
        <a:lnSpc>
          <a:spcPct val="90000"/>
        </a:lnSpc>
        <a:spcBef>
          <a:spcPct val="0"/>
        </a:spcBef>
        <a:buNone/>
        <a:defRPr sz="36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75" indent="-189075" algn="l" defTabSz="756300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6" kern="1200">
          <a:solidFill>
            <a:schemeClr val="tx1"/>
          </a:solidFill>
          <a:latin typeface="+mn-lt"/>
          <a:ea typeface="+mn-ea"/>
          <a:cs typeface="+mn-cs"/>
        </a:defRPr>
      </a:lvl1pPr>
      <a:lvl2pPr marL="5672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37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525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7016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20798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4579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83612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214276" indent="-189075" algn="l" defTabSz="756300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1pPr>
      <a:lvl2pPr marL="3781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2pPr>
      <a:lvl3pPr marL="7563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3pPr>
      <a:lvl4pPr marL="113445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4pPr>
      <a:lvl5pPr marL="1512600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5pPr>
      <a:lvl6pPr marL="18907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6pPr>
      <a:lvl7pPr marL="22689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7pPr>
      <a:lvl8pPr marL="264705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8pPr>
      <a:lvl9pPr marL="3025201" algn="l" defTabSz="756300" rtl="0" eaLnBrk="1" latinLnBrk="0" hangingPunct="1">
        <a:defRPr sz="14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10.emf"/><Relationship Id="rId5" Type="http://schemas.openxmlformats.org/officeDocument/2006/relationships/image" Target="../media/image3.emf"/><Relationship Id="rId15" Type="http://schemas.openxmlformats.org/officeDocument/2006/relationships/image" Target="../media/image14.emf"/><Relationship Id="rId10" Type="http://schemas.openxmlformats.org/officeDocument/2006/relationships/image" Target="../media/image9.emf"/><Relationship Id="rId4" Type="http://schemas.openxmlformats.org/officeDocument/2006/relationships/image" Target="../media/image2.emf"/><Relationship Id="rId9" Type="http://schemas.openxmlformats.org/officeDocument/2006/relationships/image" Target="../media/image8.emf"/><Relationship Id="rId14" Type="http://schemas.openxmlformats.org/officeDocument/2006/relationships/image" Target="../media/image1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13" Type="http://schemas.openxmlformats.org/officeDocument/2006/relationships/image" Target="../media/image18.emf"/><Relationship Id="rId3" Type="http://schemas.openxmlformats.org/officeDocument/2006/relationships/image" Target="../media/image8.emf"/><Relationship Id="rId7" Type="http://schemas.openxmlformats.org/officeDocument/2006/relationships/image" Target="../media/image12.emf"/><Relationship Id="rId12" Type="http://schemas.openxmlformats.org/officeDocument/2006/relationships/image" Target="../media/image17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emf"/><Relationship Id="rId11" Type="http://schemas.openxmlformats.org/officeDocument/2006/relationships/image" Target="../media/image16.emf"/><Relationship Id="rId5" Type="http://schemas.openxmlformats.org/officeDocument/2006/relationships/image" Target="../media/image10.emf"/><Relationship Id="rId10" Type="http://schemas.openxmlformats.org/officeDocument/2006/relationships/image" Target="../media/image15.emf"/><Relationship Id="rId4" Type="http://schemas.openxmlformats.org/officeDocument/2006/relationships/image" Target="../media/image9.emf"/><Relationship Id="rId9" Type="http://schemas.openxmlformats.org/officeDocument/2006/relationships/image" Target="../media/image14.emf"/><Relationship Id="rId14" Type="http://schemas.openxmlformats.org/officeDocument/2006/relationships/image" Target="../media/image19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16">
            <a:extLst>
              <a:ext uri="{FF2B5EF4-FFF2-40B4-BE49-F238E27FC236}">
                <a16:creationId xmlns:a16="http://schemas.microsoft.com/office/drawing/2014/main" id="{B1E1B44D-E68B-FD96-2077-C5313B71695D}"/>
              </a:ext>
            </a:extLst>
          </p:cNvPr>
          <p:cNvSpPr txBox="1"/>
          <p:nvPr/>
        </p:nvSpPr>
        <p:spPr>
          <a:xfrm>
            <a:off x="1461475" y="-16575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5931F0-4E93-6E1F-E239-A678DD5EB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831" y="0"/>
            <a:ext cx="2641600" cy="1435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175839-906E-7E69-C016-6366CB14F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584" y="1588584"/>
            <a:ext cx="1993900" cy="1562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A772ED-8343-7554-2EBF-3D15A4997A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0234" y="1588584"/>
            <a:ext cx="2057400" cy="15621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2605D2-BCC3-A4D1-5FFC-2ACEE16AF9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084" y="3142157"/>
            <a:ext cx="2057400" cy="15621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857FCF1-BECC-D873-1FBB-D3E10C773E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1834" y="3126046"/>
            <a:ext cx="1955800" cy="15621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EFC798E-39DA-A5B6-0AED-012A4380345E}"/>
              </a:ext>
            </a:extLst>
          </p:cNvPr>
          <p:cNvSpPr txBox="1"/>
          <p:nvPr/>
        </p:nvSpPr>
        <p:spPr>
          <a:xfrm>
            <a:off x="-1253249" y="1864977"/>
            <a:ext cx="1028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Union cyclers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5BD1D4-4C8A-EB0C-2650-D570EE6126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300" y="4969669"/>
            <a:ext cx="5867400" cy="4051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A07408-A014-E887-B347-BFBE5F8D078F}"/>
              </a:ext>
            </a:extLst>
          </p:cNvPr>
          <p:cNvSpPr txBox="1"/>
          <p:nvPr/>
        </p:nvSpPr>
        <p:spPr>
          <a:xfrm rot="16200000">
            <a:off x="-117903" y="5319064"/>
            <a:ext cx="6958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5CA6C1-5929-3013-B2DA-0A2552460CD8}"/>
              </a:ext>
            </a:extLst>
          </p:cNvPr>
          <p:cNvSpPr txBox="1"/>
          <p:nvPr/>
        </p:nvSpPr>
        <p:spPr>
          <a:xfrm rot="16200000">
            <a:off x="-117904" y="6358776"/>
            <a:ext cx="6958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FDDDBE-6330-2101-194F-B89A942ED481}"/>
              </a:ext>
            </a:extLst>
          </p:cNvPr>
          <p:cNvSpPr txBox="1"/>
          <p:nvPr/>
        </p:nvSpPr>
        <p:spPr>
          <a:xfrm rot="16200000">
            <a:off x="42103" y="7275470"/>
            <a:ext cx="3758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565965-F059-98E1-94E0-6A5F33AECFE6}"/>
              </a:ext>
            </a:extLst>
          </p:cNvPr>
          <p:cNvSpPr txBox="1"/>
          <p:nvPr/>
        </p:nvSpPr>
        <p:spPr>
          <a:xfrm rot="16200000">
            <a:off x="-117903" y="8192164"/>
            <a:ext cx="6958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 u="sng" dirty="0">
                <a:latin typeface="Arial" panose="020B0604020202020204" pitchFamily="34" charset="0"/>
                <a:cs typeface="Arial" panose="020B0604020202020204" pitchFamily="34" charset="0"/>
              </a:rPr>
              <a:t>Macrophage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3E993E-5414-526C-5859-46E7CD6D12ED}"/>
              </a:ext>
            </a:extLst>
          </p:cNvPr>
          <p:cNvSpPr txBox="1"/>
          <p:nvPr/>
        </p:nvSpPr>
        <p:spPr>
          <a:xfrm>
            <a:off x="911506" y="1335072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9F7F13-D270-7BE2-C33C-B5AB0481340B}"/>
              </a:ext>
            </a:extLst>
          </p:cNvPr>
          <p:cNvSpPr txBox="1"/>
          <p:nvPr/>
        </p:nvSpPr>
        <p:spPr>
          <a:xfrm>
            <a:off x="274435" y="4823779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E95D61-68BA-11C9-5BCD-DB51BB18949B}"/>
              </a:ext>
            </a:extLst>
          </p:cNvPr>
          <p:cNvSpPr txBox="1"/>
          <p:nvPr/>
        </p:nvSpPr>
        <p:spPr>
          <a:xfrm>
            <a:off x="746429" y="2111858"/>
            <a:ext cx="7033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FFBE9C-A40E-2BE6-D005-A20CA9DE1518}"/>
              </a:ext>
            </a:extLst>
          </p:cNvPr>
          <p:cNvSpPr txBox="1"/>
          <p:nvPr/>
        </p:nvSpPr>
        <p:spPr>
          <a:xfrm>
            <a:off x="4848745" y="2107043"/>
            <a:ext cx="7033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5546C5-5D7A-30D4-F821-5CD4F848A558}"/>
              </a:ext>
            </a:extLst>
          </p:cNvPr>
          <p:cNvSpPr txBox="1"/>
          <p:nvPr/>
        </p:nvSpPr>
        <p:spPr>
          <a:xfrm>
            <a:off x="4848745" y="3669143"/>
            <a:ext cx="7033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Macrophage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067540-E687-D657-2DD3-B0B47FBA2BE3}"/>
              </a:ext>
            </a:extLst>
          </p:cNvPr>
          <p:cNvSpPr txBox="1"/>
          <p:nvPr/>
        </p:nvSpPr>
        <p:spPr>
          <a:xfrm>
            <a:off x="743050" y="3665431"/>
            <a:ext cx="37383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EC</a:t>
            </a:r>
          </a:p>
        </p:txBody>
      </p:sp>
    </p:spTree>
    <p:extLst>
      <p:ext uri="{BB962C8B-B14F-4D97-AF65-F5344CB8AC3E}">
        <p14:creationId xmlns:p14="http://schemas.microsoft.com/office/powerpoint/2010/main" val="1840285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16">
            <a:extLst>
              <a:ext uri="{FF2B5EF4-FFF2-40B4-BE49-F238E27FC236}">
                <a16:creationId xmlns:a16="http://schemas.microsoft.com/office/drawing/2014/main" id="{B1E1B44D-E68B-FD96-2077-C5313B71695D}"/>
              </a:ext>
            </a:extLst>
          </p:cNvPr>
          <p:cNvSpPr txBox="1"/>
          <p:nvPr/>
        </p:nvSpPr>
        <p:spPr>
          <a:xfrm>
            <a:off x="63750" y="-16575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5931F0-4E93-6E1F-E239-A678DD5EB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0" y="183480"/>
            <a:ext cx="2641600" cy="1435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175839-906E-7E69-C016-6366CB14F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600" y="2103145"/>
            <a:ext cx="1993900" cy="1562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A772ED-8343-7554-2EBF-3D15A4997A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1650" y="2103145"/>
            <a:ext cx="2057400" cy="15621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2605D2-BCC3-A4D1-5FFC-2ACEE16AF9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850" y="3827463"/>
            <a:ext cx="2057400" cy="15621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857FCF1-BECC-D873-1FBB-D3E10C773E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3250" y="3827463"/>
            <a:ext cx="1955800" cy="15621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EFC798E-39DA-A5B6-0AED-012A4380345E}"/>
              </a:ext>
            </a:extLst>
          </p:cNvPr>
          <p:cNvSpPr txBox="1"/>
          <p:nvPr/>
        </p:nvSpPr>
        <p:spPr>
          <a:xfrm>
            <a:off x="-1253249" y="1864977"/>
            <a:ext cx="1028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Union cyclers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F6A282-9522-0DA0-3F27-B375E5BA65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3353" y="7774941"/>
            <a:ext cx="1968500" cy="1701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F3C5E0-7B72-0B05-E190-865C3049AD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4347" y="7774941"/>
            <a:ext cx="1968500" cy="1701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6C1297-7FC4-22C3-1682-D55989B298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94739" y="6073141"/>
            <a:ext cx="1968500" cy="1701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CEC4EF-1781-E6EB-2B78-6DE6DFF042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45733" y="6073141"/>
            <a:ext cx="1968500" cy="1701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77C166-6DE3-A7D4-ABA7-CB359E3DB13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28499" y="6948714"/>
            <a:ext cx="2006600" cy="1701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A73E89F-D420-3D2A-0C11-F9831B6CB2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00400" y="5187383"/>
            <a:ext cx="2006600" cy="17018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080AADD-5B72-5E0C-4E7F-91DE2E6D9AC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21961" y="3687763"/>
            <a:ext cx="1968500" cy="17018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F77FE4A-E41F-13DD-4B34-A76F93F9379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94350" y="2188143"/>
            <a:ext cx="1968500" cy="17018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5260A62-5E06-6F8D-038B-D1E92F27F8EF}"/>
              </a:ext>
            </a:extLst>
          </p:cNvPr>
          <p:cNvSpPr txBox="1"/>
          <p:nvPr/>
        </p:nvSpPr>
        <p:spPr>
          <a:xfrm>
            <a:off x="5200400" y="183480"/>
            <a:ext cx="200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SMC</a:t>
            </a:r>
          </a:p>
        </p:txBody>
      </p:sp>
    </p:spTree>
    <p:extLst>
      <p:ext uri="{BB962C8B-B14F-4D97-AF65-F5344CB8AC3E}">
        <p14:creationId xmlns:p14="http://schemas.microsoft.com/office/powerpoint/2010/main" val="606279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A6CDE4-FA2C-6999-8B89-8C37D6F6B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860" y="176819"/>
            <a:ext cx="1968500" cy="1701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CB29AA-EF9E-DAB3-48A2-6A6085690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074" y="189912"/>
            <a:ext cx="1968500" cy="1701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E74FAA-CA05-B907-CCA3-50B597E28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8537" y="189912"/>
            <a:ext cx="1968500" cy="170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68A476-8402-C9C2-DE53-AD4D68C13C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9912"/>
            <a:ext cx="1968500" cy="1701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3BD7E5-1F2C-3719-D53D-4920546634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2548" y="1859409"/>
            <a:ext cx="2006600" cy="1701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48402A-3D84-3D4E-EE04-28FF2175AF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0087" y="1852977"/>
            <a:ext cx="2006600" cy="1701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6A05AD-6E29-AF69-8E28-FBEE4E3EEC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532" y="3585403"/>
            <a:ext cx="1968500" cy="1701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7C06FA-E29F-4FB2-8785-14A692B3D8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9071" y="3624011"/>
            <a:ext cx="1968500" cy="1701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126B64-E934-199B-5B1D-D23B91747FEE}"/>
              </a:ext>
            </a:extLst>
          </p:cNvPr>
          <p:cNvSpPr txBox="1"/>
          <p:nvPr/>
        </p:nvSpPr>
        <p:spPr>
          <a:xfrm>
            <a:off x="47625" y="0"/>
            <a:ext cx="444114" cy="206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982E76-079A-C41F-38B3-CBFE2FD00B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6610" y="3585403"/>
            <a:ext cx="1968500" cy="1701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AD2E790-3129-689C-EDB8-3FEB3597A3B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8520" y="1868290"/>
            <a:ext cx="1968500" cy="17018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11FF68A-18A9-AA03-9989-A79273F05D18}"/>
              </a:ext>
            </a:extLst>
          </p:cNvPr>
          <p:cNvSpPr txBox="1"/>
          <p:nvPr/>
        </p:nvSpPr>
        <p:spPr>
          <a:xfrm>
            <a:off x="385747" y="1844041"/>
            <a:ext cx="444114" cy="206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EB1A3A-E98E-73CE-2FE3-0B17C6AB9AAE}"/>
              </a:ext>
            </a:extLst>
          </p:cNvPr>
          <p:cNvSpPr txBox="1"/>
          <p:nvPr/>
        </p:nvSpPr>
        <p:spPr>
          <a:xfrm>
            <a:off x="10699844" y="2179920"/>
            <a:ext cx="444114" cy="206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5CCE19-C34E-AF53-8905-5C6DBEC20D91}"/>
              </a:ext>
            </a:extLst>
          </p:cNvPr>
          <p:cNvSpPr txBox="1"/>
          <p:nvPr/>
        </p:nvSpPr>
        <p:spPr>
          <a:xfrm>
            <a:off x="2461248" y="1896569"/>
            <a:ext cx="444114" cy="206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B6436D-D0AC-C698-B768-D8AF2B7ED767}"/>
              </a:ext>
            </a:extLst>
          </p:cNvPr>
          <p:cNvSpPr txBox="1"/>
          <p:nvPr/>
        </p:nvSpPr>
        <p:spPr>
          <a:xfrm>
            <a:off x="432967" y="3579153"/>
            <a:ext cx="444114" cy="206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11FFFCC-AB1B-D15D-2FB7-F336A591DE3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43598" y="5287203"/>
            <a:ext cx="2006600" cy="17018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413A3E4-CEDD-5190-E215-FDFA4629080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71750" y="5311397"/>
            <a:ext cx="1968500" cy="17018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3A2E1A4-0DD7-68A9-CBF7-A6D014343EB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8520" y="5325811"/>
            <a:ext cx="1968500" cy="17018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5626C4A-E99A-58CE-3186-E9F4A684F200}"/>
              </a:ext>
            </a:extLst>
          </p:cNvPr>
          <p:cNvSpPr txBox="1"/>
          <p:nvPr/>
        </p:nvSpPr>
        <p:spPr>
          <a:xfrm>
            <a:off x="424543" y="5287203"/>
            <a:ext cx="4609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959225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45260A62-5E06-6F8D-038B-D1E92F27F8EF}"/>
              </a:ext>
            </a:extLst>
          </p:cNvPr>
          <p:cNvSpPr txBox="1"/>
          <p:nvPr/>
        </p:nvSpPr>
        <p:spPr>
          <a:xfrm>
            <a:off x="2204951" y="0"/>
            <a:ext cx="200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Fibroblast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176233-C1C4-6055-DF12-1BAF8B017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53" y="3015182"/>
            <a:ext cx="2006600" cy="1701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0DD605-A3A7-1581-C4F5-52AB39D04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625" y="552812"/>
            <a:ext cx="1968500" cy="1701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8FF6C9-87D1-E5AC-0786-8ABCE459E1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840" y="997196"/>
            <a:ext cx="1968500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842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82DD409-19EA-4BF3-4DDF-A2B2DEEBF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8251" y="1132983"/>
            <a:ext cx="1968500" cy="170180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77445-63DF-CD6A-0237-F2D27659C834}"/>
              </a:ext>
            </a:extLst>
          </p:cNvPr>
          <p:cNvSpPr txBox="1"/>
          <p:nvPr/>
        </p:nvSpPr>
        <p:spPr>
          <a:xfrm>
            <a:off x="2204951" y="0"/>
            <a:ext cx="200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Macrophage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5F1FEC-3476-9425-9384-B35C6EB2A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1438631"/>
            <a:ext cx="2006600" cy="1701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BF5D4E-7D76-094D-3345-C22F67400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4777" y="3598434"/>
            <a:ext cx="2006600" cy="1701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8F4899-3C95-61F4-ED35-7CAEA4CA6F53}"/>
              </a:ext>
            </a:extLst>
          </p:cNvPr>
          <p:cNvSpPr txBox="1"/>
          <p:nvPr/>
        </p:nvSpPr>
        <p:spPr>
          <a:xfrm>
            <a:off x="2797175" y="3214901"/>
            <a:ext cx="200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Endothelial</a:t>
            </a:r>
          </a:p>
        </p:txBody>
      </p:sp>
    </p:spTree>
    <p:extLst>
      <p:ext uri="{BB962C8B-B14F-4D97-AF65-F5344CB8AC3E}">
        <p14:creationId xmlns:p14="http://schemas.microsoft.com/office/powerpoint/2010/main" val="3769334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54932-9EC4-5730-0C69-5B54192BC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F5387-B5D8-42D6-31B4-165CFA6EA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C5EFCE-0184-6D25-8E4D-3D0D0E83D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50" y="5704558"/>
            <a:ext cx="5867400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480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F7456D-B2C4-BFC3-E978-F47D5008D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39" y="291893"/>
            <a:ext cx="6921500" cy="5435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95088F-9C2C-7C01-29FE-F366DE3D0FDC}"/>
              </a:ext>
            </a:extLst>
          </p:cNvPr>
          <p:cNvSpPr txBox="1"/>
          <p:nvPr/>
        </p:nvSpPr>
        <p:spPr>
          <a:xfrm>
            <a:off x="106084" y="0"/>
            <a:ext cx="11747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ACF8C8-DC66-546C-4E48-7F85A8DC506A}"/>
              </a:ext>
            </a:extLst>
          </p:cNvPr>
          <p:cNvSpPr txBox="1"/>
          <p:nvPr/>
        </p:nvSpPr>
        <p:spPr>
          <a:xfrm rot="16200000">
            <a:off x="-79949" y="875193"/>
            <a:ext cx="572125" cy="200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SMC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6DE2E1-6523-C0A6-9228-0C6C1D9E5359}"/>
              </a:ext>
            </a:extLst>
          </p:cNvPr>
          <p:cNvSpPr txBox="1"/>
          <p:nvPr/>
        </p:nvSpPr>
        <p:spPr>
          <a:xfrm rot="16200000">
            <a:off x="-354783" y="3148744"/>
            <a:ext cx="11217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Endothelial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BBBBB7-8E3B-2A25-78E3-EBB77220E2B4}"/>
              </a:ext>
            </a:extLst>
          </p:cNvPr>
          <p:cNvSpPr txBox="1"/>
          <p:nvPr/>
        </p:nvSpPr>
        <p:spPr>
          <a:xfrm rot="16200000">
            <a:off x="-354782" y="1874552"/>
            <a:ext cx="11217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Fibroblast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57C155-C43E-D0D3-4374-0B0251F3720A}"/>
              </a:ext>
            </a:extLst>
          </p:cNvPr>
          <p:cNvSpPr txBox="1"/>
          <p:nvPr/>
        </p:nvSpPr>
        <p:spPr>
          <a:xfrm rot="16200000">
            <a:off x="-349283" y="4477683"/>
            <a:ext cx="11217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u="sng" dirty="0">
                <a:latin typeface="Arial" panose="020B0604020202020204" pitchFamily="34" charset="0"/>
                <a:cs typeface="Arial" panose="020B0604020202020204" pitchFamily="34" charset="0"/>
              </a:rPr>
              <a:t>Macrophage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B62950A-270A-D89C-5AA7-1ECFC4315DCF}"/>
              </a:ext>
            </a:extLst>
          </p:cNvPr>
          <p:cNvCxnSpPr>
            <a:cxnSpLocks/>
          </p:cNvCxnSpPr>
          <p:nvPr/>
        </p:nvCxnSpPr>
        <p:spPr>
          <a:xfrm flipH="1">
            <a:off x="1009570" y="689159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9894FC4-6E26-BE18-D295-32A123257B90}"/>
              </a:ext>
            </a:extLst>
          </p:cNvPr>
          <p:cNvCxnSpPr>
            <a:cxnSpLocks/>
          </p:cNvCxnSpPr>
          <p:nvPr/>
        </p:nvCxnSpPr>
        <p:spPr>
          <a:xfrm flipH="1">
            <a:off x="2095930" y="689159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9EE5D27-2E48-68D7-CD02-FCF21B6980D8}"/>
              </a:ext>
            </a:extLst>
          </p:cNvPr>
          <p:cNvCxnSpPr>
            <a:cxnSpLocks/>
          </p:cNvCxnSpPr>
          <p:nvPr/>
        </p:nvCxnSpPr>
        <p:spPr>
          <a:xfrm flipH="1">
            <a:off x="3205923" y="689159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BDFF86-6BE0-2DF3-A0E2-043C5B27E3C8}"/>
              </a:ext>
            </a:extLst>
          </p:cNvPr>
          <p:cNvCxnSpPr>
            <a:cxnSpLocks/>
          </p:cNvCxnSpPr>
          <p:nvPr/>
        </p:nvCxnSpPr>
        <p:spPr>
          <a:xfrm flipH="1">
            <a:off x="4291468" y="689159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134823F-E173-D54D-81E4-DDC340060343}"/>
              </a:ext>
            </a:extLst>
          </p:cNvPr>
          <p:cNvCxnSpPr>
            <a:cxnSpLocks/>
          </p:cNvCxnSpPr>
          <p:nvPr/>
        </p:nvCxnSpPr>
        <p:spPr>
          <a:xfrm flipH="1">
            <a:off x="5386792" y="689159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0379660-410A-F145-3739-23E27C0DE1DC}"/>
              </a:ext>
            </a:extLst>
          </p:cNvPr>
          <p:cNvCxnSpPr>
            <a:cxnSpLocks/>
          </p:cNvCxnSpPr>
          <p:nvPr/>
        </p:nvCxnSpPr>
        <p:spPr>
          <a:xfrm flipH="1">
            <a:off x="6472335" y="689159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0107002-5D47-911B-ADA8-303489D7F1CB}"/>
              </a:ext>
            </a:extLst>
          </p:cNvPr>
          <p:cNvCxnSpPr>
            <a:cxnSpLocks/>
          </p:cNvCxnSpPr>
          <p:nvPr/>
        </p:nvCxnSpPr>
        <p:spPr>
          <a:xfrm flipH="1">
            <a:off x="1020375" y="1972918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2E4293E-F5D1-F540-921A-81B07A126B8B}"/>
              </a:ext>
            </a:extLst>
          </p:cNvPr>
          <p:cNvCxnSpPr>
            <a:cxnSpLocks/>
          </p:cNvCxnSpPr>
          <p:nvPr/>
        </p:nvCxnSpPr>
        <p:spPr>
          <a:xfrm flipH="1">
            <a:off x="2106735" y="1972918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0D5581-0704-5464-46AD-6D3969BACAE1}"/>
              </a:ext>
            </a:extLst>
          </p:cNvPr>
          <p:cNvCxnSpPr>
            <a:cxnSpLocks/>
          </p:cNvCxnSpPr>
          <p:nvPr/>
        </p:nvCxnSpPr>
        <p:spPr>
          <a:xfrm flipH="1">
            <a:off x="3216728" y="1972918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611D96F-591F-C8CE-DA0E-7F2754D02412}"/>
              </a:ext>
            </a:extLst>
          </p:cNvPr>
          <p:cNvCxnSpPr>
            <a:cxnSpLocks/>
          </p:cNvCxnSpPr>
          <p:nvPr/>
        </p:nvCxnSpPr>
        <p:spPr>
          <a:xfrm flipH="1">
            <a:off x="4302273" y="1972918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84AA3CE-90C2-C565-40C9-EFECF68BC190}"/>
              </a:ext>
            </a:extLst>
          </p:cNvPr>
          <p:cNvCxnSpPr>
            <a:cxnSpLocks/>
          </p:cNvCxnSpPr>
          <p:nvPr/>
        </p:nvCxnSpPr>
        <p:spPr>
          <a:xfrm flipH="1">
            <a:off x="5397597" y="1972918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3E6A9C7-5B76-85E1-6453-04FDBDA94877}"/>
              </a:ext>
            </a:extLst>
          </p:cNvPr>
          <p:cNvCxnSpPr>
            <a:cxnSpLocks/>
          </p:cNvCxnSpPr>
          <p:nvPr/>
        </p:nvCxnSpPr>
        <p:spPr>
          <a:xfrm flipH="1">
            <a:off x="6483140" y="1972918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190A2E3-CBFE-7D95-BE4C-EC8246A96F8F}"/>
              </a:ext>
            </a:extLst>
          </p:cNvPr>
          <p:cNvCxnSpPr>
            <a:cxnSpLocks/>
          </p:cNvCxnSpPr>
          <p:nvPr/>
        </p:nvCxnSpPr>
        <p:spPr>
          <a:xfrm flipH="1">
            <a:off x="1009570" y="3248771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E52D819-35B1-2F79-5EB7-6DF49010AD38}"/>
              </a:ext>
            </a:extLst>
          </p:cNvPr>
          <p:cNvCxnSpPr>
            <a:cxnSpLocks/>
          </p:cNvCxnSpPr>
          <p:nvPr/>
        </p:nvCxnSpPr>
        <p:spPr>
          <a:xfrm flipH="1">
            <a:off x="2095930" y="3248771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477B4BD-7659-3903-1591-67EEE2EE6AD7}"/>
              </a:ext>
            </a:extLst>
          </p:cNvPr>
          <p:cNvCxnSpPr>
            <a:cxnSpLocks/>
          </p:cNvCxnSpPr>
          <p:nvPr/>
        </p:nvCxnSpPr>
        <p:spPr>
          <a:xfrm flipH="1">
            <a:off x="3205923" y="3248771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1F86DF8-C177-0236-E0E7-30A9532594E0}"/>
              </a:ext>
            </a:extLst>
          </p:cNvPr>
          <p:cNvCxnSpPr>
            <a:cxnSpLocks/>
          </p:cNvCxnSpPr>
          <p:nvPr/>
        </p:nvCxnSpPr>
        <p:spPr>
          <a:xfrm flipH="1">
            <a:off x="4291468" y="3248771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6539ECC-2FA1-BB55-6E00-ACF30E90F300}"/>
              </a:ext>
            </a:extLst>
          </p:cNvPr>
          <p:cNvCxnSpPr>
            <a:cxnSpLocks/>
          </p:cNvCxnSpPr>
          <p:nvPr/>
        </p:nvCxnSpPr>
        <p:spPr>
          <a:xfrm flipH="1">
            <a:off x="5386792" y="3248771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B73F354-21D6-0514-76E4-0D57FC19F8F3}"/>
              </a:ext>
            </a:extLst>
          </p:cNvPr>
          <p:cNvCxnSpPr>
            <a:cxnSpLocks/>
          </p:cNvCxnSpPr>
          <p:nvPr/>
        </p:nvCxnSpPr>
        <p:spPr>
          <a:xfrm flipH="1">
            <a:off x="6472335" y="3248771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B755DAF-9069-3A49-BF6F-01A2FD3AE306}"/>
              </a:ext>
            </a:extLst>
          </p:cNvPr>
          <p:cNvCxnSpPr>
            <a:cxnSpLocks/>
          </p:cNvCxnSpPr>
          <p:nvPr/>
        </p:nvCxnSpPr>
        <p:spPr>
          <a:xfrm flipH="1">
            <a:off x="1009570" y="4500565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C503FAE-E504-B069-1505-E6D0D0AEDCCD}"/>
              </a:ext>
            </a:extLst>
          </p:cNvPr>
          <p:cNvCxnSpPr>
            <a:cxnSpLocks/>
          </p:cNvCxnSpPr>
          <p:nvPr/>
        </p:nvCxnSpPr>
        <p:spPr>
          <a:xfrm flipH="1">
            <a:off x="2095930" y="4500565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C7F750A-09C8-FC02-1281-6FC81F05A7D7}"/>
              </a:ext>
            </a:extLst>
          </p:cNvPr>
          <p:cNvCxnSpPr>
            <a:cxnSpLocks/>
          </p:cNvCxnSpPr>
          <p:nvPr/>
        </p:nvCxnSpPr>
        <p:spPr>
          <a:xfrm flipH="1">
            <a:off x="3205923" y="4500565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7988953-EFB2-F7F3-D65C-7856BAD48EDF}"/>
              </a:ext>
            </a:extLst>
          </p:cNvPr>
          <p:cNvCxnSpPr>
            <a:cxnSpLocks/>
          </p:cNvCxnSpPr>
          <p:nvPr/>
        </p:nvCxnSpPr>
        <p:spPr>
          <a:xfrm flipH="1">
            <a:off x="4291468" y="4500565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5E1A526-BE07-DE68-B83F-54ABFBE41344}"/>
              </a:ext>
            </a:extLst>
          </p:cNvPr>
          <p:cNvCxnSpPr>
            <a:cxnSpLocks/>
          </p:cNvCxnSpPr>
          <p:nvPr/>
        </p:nvCxnSpPr>
        <p:spPr>
          <a:xfrm flipH="1">
            <a:off x="5386792" y="4500565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D31FEB0-AEAD-D3AB-D9CC-1568920E2B10}"/>
              </a:ext>
            </a:extLst>
          </p:cNvPr>
          <p:cNvCxnSpPr>
            <a:cxnSpLocks/>
          </p:cNvCxnSpPr>
          <p:nvPr/>
        </p:nvCxnSpPr>
        <p:spPr>
          <a:xfrm flipH="1">
            <a:off x="6472335" y="4500565"/>
            <a:ext cx="171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402C846-5273-F9F5-5C29-9F0552C495FF}"/>
              </a:ext>
            </a:extLst>
          </p:cNvPr>
          <p:cNvSpPr txBox="1"/>
          <p:nvPr/>
        </p:nvSpPr>
        <p:spPr>
          <a:xfrm>
            <a:off x="408094" y="0"/>
            <a:ext cx="1202949" cy="2000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Non-entrainment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interval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8744371-7B99-B916-C8AA-FCB6CC1CD216}"/>
              </a:ext>
            </a:extLst>
          </p:cNvPr>
          <p:cNvCxnSpPr>
            <a:cxnSpLocks/>
            <a:stCxn id="45" idx="2"/>
          </p:cNvCxnSpPr>
          <p:nvPr/>
        </p:nvCxnSpPr>
        <p:spPr>
          <a:xfrm>
            <a:off x="1009569" y="200055"/>
            <a:ext cx="0" cy="3054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609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4704</TotalTime>
  <Words>36</Words>
  <Application>Microsoft Macintosh PowerPoint</Application>
  <PresentationFormat>Custom</PresentationFormat>
  <Paragraphs>33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Auerbach, Ben</dc:creator>
  <cp:lastModifiedBy>Auerbach, Ben</cp:lastModifiedBy>
  <cp:revision>42</cp:revision>
  <dcterms:created xsi:type="dcterms:W3CDTF">2022-09-13T02:17:13Z</dcterms:created>
  <dcterms:modified xsi:type="dcterms:W3CDTF">2022-11-28T19:05:59Z</dcterms:modified>
</cp:coreProperties>
</file>