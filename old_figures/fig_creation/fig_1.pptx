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61" r:id="rId2"/>
    <p:sldId id="256" r:id="rId3"/>
    <p:sldId id="260" r:id="rId4"/>
    <p:sldId id="258" r:id="rId5"/>
    <p:sldId id="259" r:id="rId6"/>
    <p:sldId id="257" r:id="rId7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1" userDrawn="1">
          <p15:clr>
            <a:srgbClr val="A4A3A4"/>
          </p15:clr>
        </p15:guide>
        <p15:guide id="2" pos="30" userDrawn="1">
          <p15:clr>
            <a:srgbClr val="A4A3A4"/>
          </p15:clr>
        </p15:guide>
        <p15:guide id="3" pos="2694" userDrawn="1">
          <p15:clr>
            <a:srgbClr val="A4A3A4"/>
          </p15:clr>
        </p15:guide>
        <p15:guide id="4" orient="horz" pos="31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4694"/>
  </p:normalViewPr>
  <p:slideViewPr>
    <p:cSldViewPr snapToGrid="0" showGuides="1">
      <p:cViewPr>
        <p:scale>
          <a:sx n="210" d="100"/>
          <a:sy n="210" d="100"/>
        </p:scale>
        <p:origin x="560" y="-328"/>
      </p:cViewPr>
      <p:guideLst>
        <p:guide orient="horz" pos="1571"/>
        <p:guide pos="30"/>
        <p:guide pos="2694"/>
        <p:guide orient="horz" pos="31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5D4CF-E485-DA49-8CFD-EA3388B2140F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0F09B-11ED-FD47-96C8-85937749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2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smart.servier.com</a:t>
            </a:r>
            <a:r>
              <a:rPr lang="en-US" dirty="0"/>
              <a:t>/</a:t>
            </a:r>
            <a:r>
              <a:rPr lang="en-US" dirty="0" err="1"/>
              <a:t>smart_image</a:t>
            </a:r>
            <a:r>
              <a:rPr lang="en-US" dirty="0"/>
              <a:t>/aorta/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0F09B-11ED-FD47-96C8-85937749C2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77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2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emf"/><Relationship Id="rId7" Type="http://schemas.openxmlformats.org/officeDocument/2006/relationships/image" Target="../media/image12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FE3AB-9925-E088-A5F5-41CB107409B2}"/>
              </a:ext>
            </a:extLst>
          </p:cNvPr>
          <p:cNvSpPr txBox="1"/>
          <p:nvPr/>
        </p:nvSpPr>
        <p:spPr>
          <a:xfrm>
            <a:off x="0" y="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2A65C-627C-99A8-A783-263CE158526E}"/>
              </a:ext>
            </a:extLst>
          </p:cNvPr>
          <p:cNvSpPr txBox="1"/>
          <p:nvPr/>
        </p:nvSpPr>
        <p:spPr>
          <a:xfrm>
            <a:off x="-10490" y="2781214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DFEDAE-EBA5-8309-697C-8D1BB9A7A84A}"/>
              </a:ext>
            </a:extLst>
          </p:cNvPr>
          <p:cNvSpPr txBox="1"/>
          <p:nvPr/>
        </p:nvSpPr>
        <p:spPr>
          <a:xfrm>
            <a:off x="4203890" y="2768834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02E12-8BD3-44FA-BE1D-E3502B67ADA4}"/>
              </a:ext>
            </a:extLst>
          </p:cNvPr>
          <p:cNvSpPr txBox="1"/>
          <p:nvPr/>
        </p:nvSpPr>
        <p:spPr>
          <a:xfrm>
            <a:off x="384214" y="638754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0BC86-F6A4-67AC-48B7-2541FBE97955}"/>
              </a:ext>
            </a:extLst>
          </p:cNvPr>
          <p:cNvSpPr txBox="1"/>
          <p:nvPr/>
        </p:nvSpPr>
        <p:spPr>
          <a:xfrm>
            <a:off x="4203889" y="638754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BA140D6-BF8F-7B34-81FF-F442A3476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534050"/>
              </p:ext>
            </p:extLst>
          </p:nvPr>
        </p:nvGraphicFramePr>
        <p:xfrm>
          <a:off x="55066" y="104680"/>
          <a:ext cx="2825330" cy="81280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324026">
                  <a:extLst>
                    <a:ext uri="{9D8B030D-6E8A-4147-A177-3AD203B41FA5}">
                      <a16:colId xmlns:a16="http://schemas.microsoft.com/office/drawing/2014/main" val="51479684"/>
                    </a:ext>
                  </a:extLst>
                </a:gridCol>
                <a:gridCol w="406781">
                  <a:extLst>
                    <a:ext uri="{9D8B030D-6E8A-4147-A177-3AD203B41FA5}">
                      <a16:colId xmlns:a16="http://schemas.microsoft.com/office/drawing/2014/main" val="257701363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026688907"/>
                    </a:ext>
                  </a:extLst>
                </a:gridCol>
                <a:gridCol w="398585">
                  <a:extLst>
                    <a:ext uri="{9D8B030D-6E8A-4147-A177-3AD203B41FA5}">
                      <a16:colId xmlns:a16="http://schemas.microsoft.com/office/drawing/2014/main" val="1616633554"/>
                    </a:ext>
                  </a:extLst>
                </a:gridCol>
                <a:gridCol w="414215">
                  <a:extLst>
                    <a:ext uri="{9D8B030D-6E8A-4147-A177-3AD203B41FA5}">
                      <a16:colId xmlns:a16="http://schemas.microsoft.com/office/drawing/2014/main" val="18078268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21544730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198134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2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3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4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5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6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3354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Sex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01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Bmal1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10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Alignment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Aligned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71566"/>
                  </a:ext>
                </a:extLst>
              </a:tr>
            </a:tbl>
          </a:graphicData>
        </a:graphic>
      </p:graphicFrame>
      <p:pic>
        <p:nvPicPr>
          <p:cNvPr id="8" name="Picture 4" descr="Free Pictures Of Mouse, Download Free Pictures Of Mouse png images, Free  ClipArts on Clipart Library">
            <a:extLst>
              <a:ext uri="{FF2B5EF4-FFF2-40B4-BE49-F238E27FC236}">
                <a16:creationId xmlns:a16="http://schemas.microsoft.com/office/drawing/2014/main" id="{1046E2DC-B292-646E-8290-2ABB4E6F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409" y="417237"/>
            <a:ext cx="353024" cy="34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CEE485-211E-DB95-26EC-AA3B8B97A321}"/>
              </a:ext>
            </a:extLst>
          </p:cNvPr>
          <p:cNvSpPr txBox="1"/>
          <p:nvPr/>
        </p:nvSpPr>
        <p:spPr>
          <a:xfrm>
            <a:off x="3866649" y="971239"/>
            <a:ext cx="850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Mice sacrificed at ZT0, 6, 12,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EDDF0-1153-2B75-6815-1A8C2ED97FBA}"/>
              </a:ext>
            </a:extLst>
          </p:cNvPr>
          <p:cNvSpPr txBox="1"/>
          <p:nvPr/>
        </p:nvSpPr>
        <p:spPr>
          <a:xfrm>
            <a:off x="5009473" y="980152"/>
            <a:ext cx="1017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Whole aorta dissection and cell dissociation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E43ED-927E-F291-56C3-856C3A4AC22E}"/>
              </a:ext>
            </a:extLst>
          </p:cNvPr>
          <p:cNvSpPr txBox="1"/>
          <p:nvPr/>
        </p:nvSpPr>
        <p:spPr>
          <a:xfrm>
            <a:off x="6550016" y="940992"/>
            <a:ext cx="850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Single-cell RNA-sequencing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284D5-AC11-649E-F934-D09B68975C7A}"/>
              </a:ext>
            </a:extLst>
          </p:cNvPr>
          <p:cNvSpPr txBox="1"/>
          <p:nvPr/>
        </p:nvSpPr>
        <p:spPr>
          <a:xfrm>
            <a:off x="0" y="162035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D67CB-71BD-544F-13E0-9E646C42FCA0}"/>
              </a:ext>
            </a:extLst>
          </p:cNvPr>
          <p:cNvSpPr txBox="1"/>
          <p:nvPr/>
        </p:nvSpPr>
        <p:spPr>
          <a:xfrm>
            <a:off x="3428401" y="162035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7C7E49-30DB-5D1A-4334-312DD7A7E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9" y="1895000"/>
            <a:ext cx="2806700" cy="774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9120B9-9852-1253-A75D-9DBCEAB5F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350" y="1888217"/>
            <a:ext cx="4127500" cy="7747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ABEA8E-32A0-4F70-87AE-6B12605FD432}"/>
              </a:ext>
            </a:extLst>
          </p:cNvPr>
          <p:cNvCxnSpPr>
            <a:cxnSpLocks/>
          </p:cNvCxnSpPr>
          <p:nvPr/>
        </p:nvCxnSpPr>
        <p:spPr>
          <a:xfrm>
            <a:off x="4682456" y="620313"/>
            <a:ext cx="403564" cy="4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901F49-766E-E388-042D-89B7A6AD853B}"/>
              </a:ext>
            </a:extLst>
          </p:cNvPr>
          <p:cNvCxnSpPr>
            <a:cxnSpLocks/>
          </p:cNvCxnSpPr>
          <p:nvPr/>
        </p:nvCxnSpPr>
        <p:spPr>
          <a:xfrm>
            <a:off x="5876571" y="603006"/>
            <a:ext cx="403564" cy="4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ight Arrow 42">
            <a:extLst>
              <a:ext uri="{FF2B5EF4-FFF2-40B4-BE49-F238E27FC236}">
                <a16:creationId xmlns:a16="http://schemas.microsoft.com/office/drawing/2014/main" id="{AAA37CA6-44F5-20CB-06BB-271E7E38E1B9}"/>
              </a:ext>
            </a:extLst>
          </p:cNvPr>
          <p:cNvSpPr/>
          <p:nvPr/>
        </p:nvSpPr>
        <p:spPr>
          <a:xfrm>
            <a:off x="3310626" y="507946"/>
            <a:ext cx="353024" cy="11236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250939-C676-051D-1157-F2E4727BB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5" y="2909370"/>
            <a:ext cx="3124200" cy="3238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F7709B-37F6-61C3-A6A2-230CC4F6D2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0015" y="2923410"/>
            <a:ext cx="3124200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DA2195-AC1C-E70E-E065-B7D2AC1810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299" y="6558335"/>
            <a:ext cx="2768600" cy="170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9A5817-4CE4-89DE-E13F-CBAD23BE51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9619" y="6587595"/>
            <a:ext cx="2730500" cy="1549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E50A19-AC67-0687-39E3-5F689830DB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798" y="417237"/>
            <a:ext cx="1004544" cy="495914"/>
          </a:xfrm>
          <a:prstGeom prst="rect">
            <a:avLst/>
          </a:prstGeom>
        </p:spPr>
      </p:pic>
      <p:grpSp>
        <p:nvGrpSpPr>
          <p:cNvPr id="9" name="Group 3">
            <a:extLst>
              <a:ext uri="{FF2B5EF4-FFF2-40B4-BE49-F238E27FC236}">
                <a16:creationId xmlns:a16="http://schemas.microsoft.com/office/drawing/2014/main" id="{DE1DEE82-7410-451A-DF6F-8251F2F08545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294788"/>
            <a:ext cx="178403" cy="625983"/>
            <a:chOff x="716" y="713"/>
            <a:chExt cx="907" cy="3381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75CF1066-5EF5-4494-C259-85B627F23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713"/>
              <a:ext cx="907" cy="3381"/>
            </a:xfrm>
            <a:custGeom>
              <a:avLst/>
              <a:gdLst>
                <a:gd name="T0" fmla="*/ 691 w 899"/>
                <a:gd name="T1" fmla="*/ 2831 h 3357"/>
                <a:gd name="T2" fmla="*/ 543 w 899"/>
                <a:gd name="T3" fmla="*/ 2012 h 3357"/>
                <a:gd name="T4" fmla="*/ 595 w 899"/>
                <a:gd name="T5" fmla="*/ 1995 h 3357"/>
                <a:gd name="T6" fmla="*/ 749 w 899"/>
                <a:gd name="T7" fmla="*/ 2019 h 3357"/>
                <a:gd name="T8" fmla="*/ 749 w 899"/>
                <a:gd name="T9" fmla="*/ 1963 h 3357"/>
                <a:gd name="T10" fmla="*/ 549 w 899"/>
                <a:gd name="T11" fmla="*/ 1889 h 3357"/>
                <a:gd name="T12" fmla="*/ 598 w 899"/>
                <a:gd name="T13" fmla="*/ 1383 h 3357"/>
                <a:gd name="T14" fmla="*/ 681 w 899"/>
                <a:gd name="T15" fmla="*/ 534 h 3357"/>
                <a:gd name="T16" fmla="*/ 616 w 899"/>
                <a:gd name="T17" fmla="*/ 338 h 3357"/>
                <a:gd name="T18" fmla="*/ 798 w 899"/>
                <a:gd name="T19" fmla="*/ 226 h 3357"/>
                <a:gd name="T20" fmla="*/ 798 w 899"/>
                <a:gd name="T21" fmla="*/ 187 h 3357"/>
                <a:gd name="T22" fmla="*/ 554 w 899"/>
                <a:gd name="T23" fmla="*/ 350 h 3357"/>
                <a:gd name="T24" fmla="*/ 530 w 899"/>
                <a:gd name="T25" fmla="*/ 261 h 3357"/>
                <a:gd name="T26" fmla="*/ 563 w 899"/>
                <a:gd name="T27" fmla="*/ 40 h 3357"/>
                <a:gd name="T28" fmla="*/ 530 w 899"/>
                <a:gd name="T29" fmla="*/ 26 h 3357"/>
                <a:gd name="T30" fmla="*/ 483 w 899"/>
                <a:gd name="T31" fmla="*/ 331 h 3357"/>
                <a:gd name="T32" fmla="*/ 379 w 899"/>
                <a:gd name="T33" fmla="*/ 383 h 3357"/>
                <a:gd name="T34" fmla="*/ 317 w 899"/>
                <a:gd name="T35" fmla="*/ 333 h 3357"/>
                <a:gd name="T36" fmla="*/ 328 w 899"/>
                <a:gd name="T37" fmla="*/ 23 h 3357"/>
                <a:gd name="T38" fmla="*/ 295 w 899"/>
                <a:gd name="T39" fmla="*/ 13 h 3357"/>
                <a:gd name="T40" fmla="*/ 260 w 899"/>
                <a:gd name="T41" fmla="*/ 278 h 3357"/>
                <a:gd name="T42" fmla="*/ 27 w 899"/>
                <a:gd name="T43" fmla="*/ 155 h 3357"/>
                <a:gd name="T44" fmla="*/ 21 w 899"/>
                <a:gd name="T45" fmla="*/ 191 h 3357"/>
                <a:gd name="T46" fmla="*/ 262 w 899"/>
                <a:gd name="T47" fmla="*/ 475 h 3357"/>
                <a:gd name="T48" fmla="*/ 232 w 899"/>
                <a:gd name="T49" fmla="*/ 762 h 3357"/>
                <a:gd name="T50" fmla="*/ 313 w 899"/>
                <a:gd name="T51" fmla="*/ 915 h 3357"/>
                <a:gd name="T52" fmla="*/ 373 w 899"/>
                <a:gd name="T53" fmla="*/ 984 h 3357"/>
                <a:gd name="T54" fmla="*/ 456 w 899"/>
                <a:gd name="T55" fmla="*/ 934 h 3357"/>
                <a:gd name="T56" fmla="*/ 455 w 899"/>
                <a:gd name="T57" fmla="*/ 931 h 3357"/>
                <a:gd name="T58" fmla="*/ 512 w 899"/>
                <a:gd name="T59" fmla="*/ 832 h 3357"/>
                <a:gd name="T60" fmla="*/ 407 w 899"/>
                <a:gd name="T61" fmla="*/ 692 h 3357"/>
                <a:gd name="T62" fmla="*/ 467 w 899"/>
                <a:gd name="T63" fmla="*/ 569 h 3357"/>
                <a:gd name="T64" fmla="*/ 417 w 899"/>
                <a:gd name="T65" fmla="*/ 1444 h 3357"/>
                <a:gd name="T66" fmla="*/ 381 w 899"/>
                <a:gd name="T67" fmla="*/ 1915 h 3357"/>
                <a:gd name="T68" fmla="*/ 184 w 899"/>
                <a:gd name="T69" fmla="*/ 2056 h 3357"/>
                <a:gd name="T70" fmla="*/ 184 w 899"/>
                <a:gd name="T71" fmla="*/ 2112 h 3357"/>
                <a:gd name="T72" fmla="*/ 338 w 899"/>
                <a:gd name="T73" fmla="*/ 2041 h 3357"/>
                <a:gd name="T74" fmla="*/ 381 w 899"/>
                <a:gd name="T75" fmla="*/ 2040 h 3357"/>
                <a:gd name="T76" fmla="*/ 392 w 899"/>
                <a:gd name="T77" fmla="*/ 2416 h 3357"/>
                <a:gd name="T78" fmla="*/ 217 w 899"/>
                <a:gd name="T79" fmla="*/ 2915 h 3357"/>
                <a:gd name="T80" fmla="*/ 60 w 899"/>
                <a:gd name="T81" fmla="*/ 3383 h 3357"/>
                <a:gd name="T82" fmla="*/ 130 w 899"/>
                <a:gd name="T83" fmla="*/ 3389 h 3357"/>
                <a:gd name="T84" fmla="*/ 288 w 899"/>
                <a:gd name="T85" fmla="*/ 2957 h 3357"/>
                <a:gd name="T86" fmla="*/ 280 w 899"/>
                <a:gd name="T87" fmla="*/ 3104 h 3357"/>
                <a:gd name="T88" fmla="*/ 331 w 899"/>
                <a:gd name="T89" fmla="*/ 3104 h 3357"/>
                <a:gd name="T90" fmla="*/ 349 w 899"/>
                <a:gd name="T91" fmla="*/ 2871 h 3357"/>
                <a:gd name="T92" fmla="*/ 360 w 899"/>
                <a:gd name="T93" fmla="*/ 2857 h 3357"/>
                <a:gd name="T94" fmla="*/ 487 w 899"/>
                <a:gd name="T95" fmla="*/ 2670 h 3357"/>
                <a:gd name="T96" fmla="*/ 622 w 899"/>
                <a:gd name="T97" fmla="*/ 2874 h 3357"/>
                <a:gd name="T98" fmla="*/ 648 w 899"/>
                <a:gd name="T99" fmla="*/ 3105 h 3357"/>
                <a:gd name="T100" fmla="*/ 696 w 899"/>
                <a:gd name="T101" fmla="*/ 3105 h 3357"/>
                <a:gd name="T102" fmla="*/ 701 w 899"/>
                <a:gd name="T103" fmla="*/ 2962 h 3357"/>
                <a:gd name="T104" fmla="*/ 853 w 899"/>
                <a:gd name="T105" fmla="*/ 3397 h 3357"/>
                <a:gd name="T106" fmla="*/ 923 w 899"/>
                <a:gd name="T107" fmla="*/ 3397 h 3357"/>
                <a:gd name="T108" fmla="*/ 691 w 899"/>
                <a:gd name="T109" fmla="*/ 2831 h 335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899" h="3357">
                  <a:moveTo>
                    <a:pt x="673" y="2771"/>
                  </a:moveTo>
                  <a:cubicBezTo>
                    <a:pt x="536" y="2610"/>
                    <a:pt x="525" y="2569"/>
                    <a:pt x="528" y="1970"/>
                  </a:cubicBezTo>
                  <a:cubicBezTo>
                    <a:pt x="534" y="1945"/>
                    <a:pt x="526" y="1929"/>
                    <a:pt x="580" y="1953"/>
                  </a:cubicBezTo>
                  <a:cubicBezTo>
                    <a:pt x="635" y="1979"/>
                    <a:pt x="729" y="1977"/>
                    <a:pt x="729" y="1977"/>
                  </a:cubicBezTo>
                  <a:cubicBezTo>
                    <a:pt x="753" y="1953"/>
                    <a:pt x="729" y="1921"/>
                    <a:pt x="729" y="1921"/>
                  </a:cubicBezTo>
                  <a:cubicBezTo>
                    <a:pt x="579" y="1931"/>
                    <a:pt x="542" y="1870"/>
                    <a:pt x="534" y="1850"/>
                  </a:cubicBezTo>
                  <a:cubicBezTo>
                    <a:pt x="548" y="1627"/>
                    <a:pt x="576" y="1433"/>
                    <a:pt x="583" y="1353"/>
                  </a:cubicBezTo>
                  <a:cubicBezTo>
                    <a:pt x="599" y="1157"/>
                    <a:pt x="732" y="793"/>
                    <a:pt x="663" y="522"/>
                  </a:cubicBezTo>
                  <a:cubicBezTo>
                    <a:pt x="629" y="389"/>
                    <a:pt x="547" y="437"/>
                    <a:pt x="601" y="332"/>
                  </a:cubicBezTo>
                  <a:cubicBezTo>
                    <a:pt x="655" y="227"/>
                    <a:pt x="777" y="220"/>
                    <a:pt x="777" y="220"/>
                  </a:cubicBezTo>
                  <a:cubicBezTo>
                    <a:pt x="791" y="199"/>
                    <a:pt x="777" y="184"/>
                    <a:pt x="777" y="184"/>
                  </a:cubicBezTo>
                  <a:cubicBezTo>
                    <a:pt x="637" y="180"/>
                    <a:pt x="567" y="304"/>
                    <a:pt x="539" y="344"/>
                  </a:cubicBezTo>
                  <a:cubicBezTo>
                    <a:pt x="511" y="383"/>
                    <a:pt x="524" y="376"/>
                    <a:pt x="515" y="255"/>
                  </a:cubicBezTo>
                  <a:cubicBezTo>
                    <a:pt x="506" y="135"/>
                    <a:pt x="548" y="40"/>
                    <a:pt x="548" y="40"/>
                  </a:cubicBezTo>
                  <a:cubicBezTo>
                    <a:pt x="543" y="17"/>
                    <a:pt x="515" y="26"/>
                    <a:pt x="515" y="26"/>
                  </a:cubicBezTo>
                  <a:cubicBezTo>
                    <a:pt x="472" y="100"/>
                    <a:pt x="483" y="253"/>
                    <a:pt x="471" y="325"/>
                  </a:cubicBezTo>
                  <a:cubicBezTo>
                    <a:pt x="460" y="396"/>
                    <a:pt x="400" y="360"/>
                    <a:pt x="370" y="374"/>
                  </a:cubicBezTo>
                  <a:cubicBezTo>
                    <a:pt x="340" y="387"/>
                    <a:pt x="323" y="368"/>
                    <a:pt x="308" y="327"/>
                  </a:cubicBezTo>
                  <a:cubicBezTo>
                    <a:pt x="262" y="199"/>
                    <a:pt x="319" y="23"/>
                    <a:pt x="319" y="23"/>
                  </a:cubicBezTo>
                  <a:cubicBezTo>
                    <a:pt x="310" y="0"/>
                    <a:pt x="286" y="13"/>
                    <a:pt x="286" y="13"/>
                  </a:cubicBezTo>
                  <a:cubicBezTo>
                    <a:pt x="239" y="152"/>
                    <a:pt x="254" y="272"/>
                    <a:pt x="254" y="272"/>
                  </a:cubicBezTo>
                  <a:cubicBezTo>
                    <a:pt x="143" y="152"/>
                    <a:pt x="27" y="152"/>
                    <a:pt x="27" y="152"/>
                  </a:cubicBezTo>
                  <a:cubicBezTo>
                    <a:pt x="0" y="165"/>
                    <a:pt x="21" y="188"/>
                    <a:pt x="21" y="188"/>
                  </a:cubicBezTo>
                  <a:cubicBezTo>
                    <a:pt x="141" y="182"/>
                    <a:pt x="336" y="368"/>
                    <a:pt x="256" y="466"/>
                  </a:cubicBezTo>
                  <a:cubicBezTo>
                    <a:pt x="175" y="563"/>
                    <a:pt x="207" y="691"/>
                    <a:pt x="226" y="747"/>
                  </a:cubicBezTo>
                  <a:cubicBezTo>
                    <a:pt x="244" y="803"/>
                    <a:pt x="297" y="873"/>
                    <a:pt x="304" y="897"/>
                  </a:cubicBezTo>
                  <a:cubicBezTo>
                    <a:pt x="312" y="922"/>
                    <a:pt x="314" y="959"/>
                    <a:pt x="364" y="963"/>
                  </a:cubicBezTo>
                  <a:cubicBezTo>
                    <a:pt x="451" y="969"/>
                    <a:pt x="446" y="924"/>
                    <a:pt x="444" y="913"/>
                  </a:cubicBezTo>
                  <a:cubicBezTo>
                    <a:pt x="444" y="911"/>
                    <a:pt x="443" y="910"/>
                    <a:pt x="443" y="910"/>
                  </a:cubicBezTo>
                  <a:cubicBezTo>
                    <a:pt x="506" y="912"/>
                    <a:pt x="508" y="849"/>
                    <a:pt x="499" y="814"/>
                  </a:cubicBezTo>
                  <a:cubicBezTo>
                    <a:pt x="489" y="778"/>
                    <a:pt x="444" y="774"/>
                    <a:pt x="395" y="677"/>
                  </a:cubicBezTo>
                  <a:cubicBezTo>
                    <a:pt x="367" y="622"/>
                    <a:pt x="389" y="527"/>
                    <a:pt x="455" y="557"/>
                  </a:cubicBezTo>
                  <a:cubicBezTo>
                    <a:pt x="605" y="625"/>
                    <a:pt x="451" y="989"/>
                    <a:pt x="405" y="1414"/>
                  </a:cubicBezTo>
                  <a:cubicBezTo>
                    <a:pt x="394" y="1519"/>
                    <a:pt x="373" y="1689"/>
                    <a:pt x="372" y="1875"/>
                  </a:cubicBezTo>
                  <a:cubicBezTo>
                    <a:pt x="367" y="1894"/>
                    <a:pt x="337" y="1946"/>
                    <a:pt x="178" y="2013"/>
                  </a:cubicBezTo>
                  <a:cubicBezTo>
                    <a:pt x="178" y="2013"/>
                    <a:pt x="157" y="2047"/>
                    <a:pt x="178" y="2067"/>
                  </a:cubicBezTo>
                  <a:cubicBezTo>
                    <a:pt x="178" y="2067"/>
                    <a:pt x="265" y="2036"/>
                    <a:pt x="329" y="1999"/>
                  </a:cubicBezTo>
                  <a:cubicBezTo>
                    <a:pt x="357" y="1983"/>
                    <a:pt x="367" y="1978"/>
                    <a:pt x="372" y="1998"/>
                  </a:cubicBezTo>
                  <a:cubicBezTo>
                    <a:pt x="373" y="2149"/>
                    <a:pt x="381" y="2286"/>
                    <a:pt x="383" y="2365"/>
                  </a:cubicBezTo>
                  <a:cubicBezTo>
                    <a:pt x="389" y="2677"/>
                    <a:pt x="339" y="2629"/>
                    <a:pt x="211" y="2853"/>
                  </a:cubicBezTo>
                  <a:cubicBezTo>
                    <a:pt x="83" y="3077"/>
                    <a:pt x="57" y="3311"/>
                    <a:pt x="57" y="3311"/>
                  </a:cubicBezTo>
                  <a:cubicBezTo>
                    <a:pt x="101" y="3353"/>
                    <a:pt x="127" y="3317"/>
                    <a:pt x="127" y="3317"/>
                  </a:cubicBezTo>
                  <a:cubicBezTo>
                    <a:pt x="130" y="3156"/>
                    <a:pt x="214" y="2995"/>
                    <a:pt x="280" y="2894"/>
                  </a:cubicBezTo>
                  <a:cubicBezTo>
                    <a:pt x="295" y="2902"/>
                    <a:pt x="274" y="3038"/>
                    <a:pt x="274" y="3038"/>
                  </a:cubicBezTo>
                  <a:cubicBezTo>
                    <a:pt x="302" y="3058"/>
                    <a:pt x="322" y="3038"/>
                    <a:pt x="322" y="3038"/>
                  </a:cubicBezTo>
                  <a:cubicBezTo>
                    <a:pt x="321" y="2924"/>
                    <a:pt x="337" y="2829"/>
                    <a:pt x="340" y="2811"/>
                  </a:cubicBezTo>
                  <a:cubicBezTo>
                    <a:pt x="344" y="2805"/>
                    <a:pt x="348" y="2801"/>
                    <a:pt x="351" y="2797"/>
                  </a:cubicBezTo>
                  <a:cubicBezTo>
                    <a:pt x="439" y="2695"/>
                    <a:pt x="475" y="2613"/>
                    <a:pt x="475" y="2613"/>
                  </a:cubicBezTo>
                  <a:cubicBezTo>
                    <a:pt x="475" y="2613"/>
                    <a:pt x="483" y="2678"/>
                    <a:pt x="607" y="2814"/>
                  </a:cubicBezTo>
                  <a:cubicBezTo>
                    <a:pt x="612" y="2837"/>
                    <a:pt x="632" y="2930"/>
                    <a:pt x="630" y="3039"/>
                  </a:cubicBezTo>
                  <a:cubicBezTo>
                    <a:pt x="630" y="3039"/>
                    <a:pt x="650" y="3059"/>
                    <a:pt x="678" y="3039"/>
                  </a:cubicBezTo>
                  <a:cubicBezTo>
                    <a:pt x="678" y="3039"/>
                    <a:pt x="665" y="2904"/>
                    <a:pt x="683" y="2899"/>
                  </a:cubicBezTo>
                  <a:cubicBezTo>
                    <a:pt x="814" y="3070"/>
                    <a:pt x="831" y="3325"/>
                    <a:pt x="831" y="3325"/>
                  </a:cubicBezTo>
                  <a:cubicBezTo>
                    <a:pt x="861" y="3357"/>
                    <a:pt x="899" y="3325"/>
                    <a:pt x="899" y="3325"/>
                  </a:cubicBezTo>
                  <a:cubicBezTo>
                    <a:pt x="899" y="3325"/>
                    <a:pt x="885" y="3021"/>
                    <a:pt x="673" y="2771"/>
                  </a:cubicBezTo>
                  <a:close/>
                </a:path>
              </a:pathLst>
            </a:custGeom>
            <a:solidFill>
              <a:srgbClr val="E678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1CA5965-DC85-7783-5063-6603A6278E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7" y="727"/>
              <a:ext cx="906" cy="3367"/>
            </a:xfrm>
            <a:custGeom>
              <a:avLst/>
              <a:gdLst>
                <a:gd name="T0" fmla="*/ 521 w 898"/>
                <a:gd name="T1" fmla="*/ 51 h 3343"/>
                <a:gd name="T2" fmla="*/ 483 w 898"/>
                <a:gd name="T3" fmla="*/ 317 h 3343"/>
                <a:gd name="T4" fmla="*/ 492 w 898"/>
                <a:gd name="T5" fmla="*/ 278 h 3343"/>
                <a:gd name="T6" fmla="*/ 447 w 898"/>
                <a:gd name="T7" fmla="*/ 549 h 3343"/>
                <a:gd name="T8" fmla="*/ 527 w 898"/>
                <a:gd name="T9" fmla="*/ 793 h 3343"/>
                <a:gd name="T10" fmla="*/ 416 w 898"/>
                <a:gd name="T11" fmla="*/ 1429 h 3343"/>
                <a:gd name="T12" fmla="*/ 372 w 898"/>
                <a:gd name="T13" fmla="*/ 1919 h 3343"/>
                <a:gd name="T14" fmla="*/ 432 w 898"/>
                <a:gd name="T15" fmla="*/ 1410 h 3343"/>
                <a:gd name="T16" fmla="*/ 891 w 898"/>
                <a:gd name="T17" fmla="*/ 3396 h 3343"/>
                <a:gd name="T18" fmla="*/ 700 w 898"/>
                <a:gd name="T19" fmla="*/ 2948 h 3343"/>
                <a:gd name="T20" fmla="*/ 852 w 898"/>
                <a:gd name="T21" fmla="*/ 3383 h 3343"/>
                <a:gd name="T22" fmla="*/ 891 w 898"/>
                <a:gd name="T23" fmla="*/ 3396 h 3343"/>
                <a:gd name="T24" fmla="*/ 364 w 898"/>
                <a:gd name="T25" fmla="*/ 2838 h 3343"/>
                <a:gd name="T26" fmla="*/ 375 w 898"/>
                <a:gd name="T27" fmla="*/ 2824 h 3343"/>
                <a:gd name="T28" fmla="*/ 260 w 898"/>
                <a:gd name="T29" fmla="*/ 268 h 3343"/>
                <a:gd name="T30" fmla="*/ 285 w 898"/>
                <a:gd name="T31" fmla="*/ 23 h 3343"/>
                <a:gd name="T32" fmla="*/ 260 w 898"/>
                <a:gd name="T33" fmla="*/ 268 h 3343"/>
                <a:gd name="T34" fmla="*/ 634 w 898"/>
                <a:gd name="T35" fmla="*/ 2851 h 3343"/>
                <a:gd name="T36" fmla="*/ 488 w 898"/>
                <a:gd name="T37" fmla="*/ 2664 h 3343"/>
                <a:gd name="T38" fmla="*/ 648 w 898"/>
                <a:gd name="T39" fmla="*/ 3091 h 3343"/>
                <a:gd name="T40" fmla="*/ 695 w 898"/>
                <a:gd name="T41" fmla="*/ 3083 h 3343"/>
                <a:gd name="T42" fmla="*/ 295 w 898"/>
                <a:gd name="T43" fmla="*/ 3078 h 3343"/>
                <a:gd name="T44" fmla="*/ 287 w 898"/>
                <a:gd name="T45" fmla="*/ 2945 h 3343"/>
                <a:gd name="T46" fmla="*/ 331 w 898"/>
                <a:gd name="T47" fmla="*/ 3090 h 3343"/>
                <a:gd name="T48" fmla="*/ 295 w 898"/>
                <a:gd name="T49" fmla="*/ 3078 h 3343"/>
                <a:gd name="T50" fmla="*/ 353 w 898"/>
                <a:gd name="T51" fmla="*/ 2007 h 3343"/>
                <a:gd name="T52" fmla="*/ 175 w 898"/>
                <a:gd name="T53" fmla="*/ 2073 h 3343"/>
                <a:gd name="T54" fmla="*/ 183 w 898"/>
                <a:gd name="T55" fmla="*/ 2098 h 3343"/>
                <a:gd name="T56" fmla="*/ 380 w 898"/>
                <a:gd name="T57" fmla="*/ 2026 h 3343"/>
                <a:gd name="T58" fmla="*/ 216 w 898"/>
                <a:gd name="T59" fmla="*/ 2901 h 3343"/>
                <a:gd name="T60" fmla="*/ 129 w 898"/>
                <a:gd name="T61" fmla="*/ 3375 h 3343"/>
                <a:gd name="T62" fmla="*/ 69 w 898"/>
                <a:gd name="T63" fmla="*/ 3376 h 3343"/>
                <a:gd name="T64" fmla="*/ 410 w 898"/>
                <a:gd name="T65" fmla="*/ 2383 h 3343"/>
                <a:gd name="T66" fmla="*/ 261 w 898"/>
                <a:gd name="T67" fmla="*/ 460 h 3343"/>
                <a:gd name="T68" fmla="*/ 313 w 898"/>
                <a:gd name="T69" fmla="*/ 901 h 3343"/>
                <a:gd name="T70" fmla="*/ 454 w 898"/>
                <a:gd name="T71" fmla="*/ 941 h 3343"/>
                <a:gd name="T72" fmla="*/ 329 w 898"/>
                <a:gd name="T73" fmla="*/ 882 h 3343"/>
                <a:gd name="T74" fmla="*/ 268 w 898"/>
                <a:gd name="T75" fmla="*/ 464 h 3343"/>
                <a:gd name="T76" fmla="*/ 29 w 898"/>
                <a:gd name="T77" fmla="*/ 141 h 3343"/>
                <a:gd name="T78" fmla="*/ 20 w 898"/>
                <a:gd name="T79" fmla="*/ 177 h 334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98" h="3343">
                  <a:moveTo>
                    <a:pt x="480" y="272"/>
                  </a:moveTo>
                  <a:cubicBezTo>
                    <a:pt x="490" y="207"/>
                    <a:pt x="474" y="129"/>
                    <a:pt x="506" y="51"/>
                  </a:cubicBezTo>
                  <a:cubicBezTo>
                    <a:pt x="520" y="19"/>
                    <a:pt x="504" y="37"/>
                    <a:pt x="504" y="37"/>
                  </a:cubicBezTo>
                  <a:cubicBezTo>
                    <a:pt x="472" y="114"/>
                    <a:pt x="482" y="239"/>
                    <a:pt x="471" y="311"/>
                  </a:cubicBezTo>
                  <a:cubicBezTo>
                    <a:pt x="470" y="319"/>
                    <a:pt x="468" y="325"/>
                    <a:pt x="465" y="331"/>
                  </a:cubicBezTo>
                  <a:cubicBezTo>
                    <a:pt x="475" y="324"/>
                    <a:pt x="477" y="294"/>
                    <a:pt x="480" y="272"/>
                  </a:cubicBezTo>
                  <a:close/>
                  <a:moveTo>
                    <a:pt x="484" y="549"/>
                  </a:moveTo>
                  <a:cubicBezTo>
                    <a:pt x="478" y="545"/>
                    <a:pt x="449" y="532"/>
                    <a:pt x="435" y="537"/>
                  </a:cubicBezTo>
                  <a:cubicBezTo>
                    <a:pt x="458" y="541"/>
                    <a:pt x="435" y="534"/>
                    <a:pt x="455" y="543"/>
                  </a:cubicBezTo>
                  <a:cubicBezTo>
                    <a:pt x="519" y="572"/>
                    <a:pt x="527" y="655"/>
                    <a:pt x="512" y="775"/>
                  </a:cubicBezTo>
                  <a:cubicBezTo>
                    <a:pt x="513" y="776"/>
                    <a:pt x="508" y="805"/>
                    <a:pt x="498" y="865"/>
                  </a:cubicBezTo>
                  <a:cubicBezTo>
                    <a:pt x="472" y="1013"/>
                    <a:pt x="426" y="1200"/>
                    <a:pt x="404" y="1399"/>
                  </a:cubicBezTo>
                  <a:cubicBezTo>
                    <a:pt x="393" y="1505"/>
                    <a:pt x="373" y="1674"/>
                    <a:pt x="371" y="1860"/>
                  </a:cubicBezTo>
                  <a:cubicBezTo>
                    <a:pt x="370" y="1865"/>
                    <a:pt x="368" y="1871"/>
                    <a:pt x="363" y="1878"/>
                  </a:cubicBezTo>
                  <a:cubicBezTo>
                    <a:pt x="379" y="1861"/>
                    <a:pt x="385" y="1849"/>
                    <a:pt x="387" y="1841"/>
                  </a:cubicBezTo>
                  <a:cubicBezTo>
                    <a:pt x="389" y="1655"/>
                    <a:pt x="409" y="1485"/>
                    <a:pt x="420" y="1380"/>
                  </a:cubicBezTo>
                  <a:cubicBezTo>
                    <a:pt x="466" y="955"/>
                    <a:pt x="605" y="646"/>
                    <a:pt x="484" y="549"/>
                  </a:cubicBezTo>
                  <a:close/>
                  <a:moveTo>
                    <a:pt x="867" y="3324"/>
                  </a:moveTo>
                  <a:cubicBezTo>
                    <a:pt x="860" y="3325"/>
                    <a:pt x="842" y="3315"/>
                    <a:pt x="843" y="3298"/>
                  </a:cubicBezTo>
                  <a:cubicBezTo>
                    <a:pt x="843" y="3298"/>
                    <a:pt x="783" y="2939"/>
                    <a:pt x="682" y="2885"/>
                  </a:cubicBezTo>
                  <a:cubicBezTo>
                    <a:pt x="683" y="2887"/>
                    <a:pt x="690" y="2895"/>
                    <a:pt x="690" y="2895"/>
                  </a:cubicBezTo>
                  <a:cubicBezTo>
                    <a:pt x="814" y="3066"/>
                    <a:pt x="830" y="3311"/>
                    <a:pt x="830" y="3311"/>
                  </a:cubicBezTo>
                  <a:cubicBezTo>
                    <a:pt x="860" y="3343"/>
                    <a:pt x="898" y="3311"/>
                    <a:pt x="898" y="3311"/>
                  </a:cubicBezTo>
                  <a:cubicBezTo>
                    <a:pt x="898" y="3311"/>
                    <a:pt x="883" y="3322"/>
                    <a:pt x="867" y="3324"/>
                  </a:cubicBezTo>
                  <a:close/>
                  <a:moveTo>
                    <a:pt x="355" y="2777"/>
                  </a:moveTo>
                  <a:cubicBezTo>
                    <a:pt x="355" y="2777"/>
                    <a:pt x="355" y="2777"/>
                    <a:pt x="355" y="2778"/>
                  </a:cubicBezTo>
                  <a:cubicBezTo>
                    <a:pt x="362" y="2769"/>
                    <a:pt x="369" y="2761"/>
                    <a:pt x="375" y="2753"/>
                  </a:cubicBezTo>
                  <a:cubicBezTo>
                    <a:pt x="372" y="2756"/>
                    <a:pt x="369" y="2760"/>
                    <a:pt x="366" y="2764"/>
                  </a:cubicBezTo>
                  <a:cubicBezTo>
                    <a:pt x="363" y="2767"/>
                    <a:pt x="360" y="2771"/>
                    <a:pt x="355" y="2777"/>
                  </a:cubicBezTo>
                  <a:close/>
                  <a:moveTo>
                    <a:pt x="254" y="262"/>
                  </a:moveTo>
                  <a:cubicBezTo>
                    <a:pt x="254" y="262"/>
                    <a:pt x="244" y="160"/>
                    <a:pt x="285" y="28"/>
                  </a:cubicBezTo>
                  <a:cubicBezTo>
                    <a:pt x="287" y="0"/>
                    <a:pt x="278" y="23"/>
                    <a:pt x="278" y="23"/>
                  </a:cubicBezTo>
                  <a:cubicBezTo>
                    <a:pt x="247" y="115"/>
                    <a:pt x="250" y="174"/>
                    <a:pt x="251" y="220"/>
                  </a:cubicBezTo>
                  <a:cubicBezTo>
                    <a:pt x="250" y="233"/>
                    <a:pt x="253" y="258"/>
                    <a:pt x="254" y="262"/>
                  </a:cubicBezTo>
                  <a:close/>
                  <a:moveTo>
                    <a:pt x="642" y="3018"/>
                  </a:moveTo>
                  <a:cubicBezTo>
                    <a:pt x="644" y="2909"/>
                    <a:pt x="635" y="2820"/>
                    <a:pt x="617" y="2791"/>
                  </a:cubicBezTo>
                  <a:cubicBezTo>
                    <a:pt x="494" y="2655"/>
                    <a:pt x="475" y="2596"/>
                    <a:pt x="475" y="2596"/>
                  </a:cubicBezTo>
                  <a:cubicBezTo>
                    <a:pt x="476" y="2607"/>
                    <a:pt x="476" y="2607"/>
                    <a:pt x="476" y="2607"/>
                  </a:cubicBezTo>
                  <a:cubicBezTo>
                    <a:pt x="482" y="2629"/>
                    <a:pt x="508" y="2691"/>
                    <a:pt x="606" y="2800"/>
                  </a:cubicBezTo>
                  <a:cubicBezTo>
                    <a:pt x="611" y="2823"/>
                    <a:pt x="632" y="2916"/>
                    <a:pt x="630" y="3025"/>
                  </a:cubicBezTo>
                  <a:cubicBezTo>
                    <a:pt x="630" y="3025"/>
                    <a:pt x="650" y="3045"/>
                    <a:pt x="678" y="3025"/>
                  </a:cubicBezTo>
                  <a:cubicBezTo>
                    <a:pt x="678" y="3025"/>
                    <a:pt x="677" y="3024"/>
                    <a:pt x="677" y="3017"/>
                  </a:cubicBezTo>
                  <a:cubicBezTo>
                    <a:pt x="655" y="3046"/>
                    <a:pt x="642" y="3018"/>
                    <a:pt x="642" y="3018"/>
                  </a:cubicBezTo>
                  <a:close/>
                  <a:moveTo>
                    <a:pt x="286" y="3012"/>
                  </a:moveTo>
                  <a:cubicBezTo>
                    <a:pt x="286" y="3012"/>
                    <a:pt x="300" y="2875"/>
                    <a:pt x="278" y="2878"/>
                  </a:cubicBezTo>
                  <a:cubicBezTo>
                    <a:pt x="277" y="2881"/>
                    <a:pt x="280" y="2881"/>
                    <a:pt x="279" y="2882"/>
                  </a:cubicBezTo>
                  <a:cubicBezTo>
                    <a:pt x="290" y="2902"/>
                    <a:pt x="274" y="3024"/>
                    <a:pt x="274" y="3024"/>
                  </a:cubicBezTo>
                  <a:cubicBezTo>
                    <a:pt x="302" y="3044"/>
                    <a:pt x="322" y="3024"/>
                    <a:pt x="322" y="3024"/>
                  </a:cubicBezTo>
                  <a:cubicBezTo>
                    <a:pt x="322" y="3020"/>
                    <a:pt x="322" y="3016"/>
                    <a:pt x="322" y="3012"/>
                  </a:cubicBezTo>
                  <a:cubicBezTo>
                    <a:pt x="321" y="3035"/>
                    <a:pt x="284" y="3033"/>
                    <a:pt x="286" y="3012"/>
                  </a:cubicBezTo>
                  <a:close/>
                  <a:moveTo>
                    <a:pt x="387" y="1965"/>
                  </a:moveTo>
                  <a:cubicBezTo>
                    <a:pt x="382" y="1944"/>
                    <a:pt x="372" y="1949"/>
                    <a:pt x="344" y="1965"/>
                  </a:cubicBezTo>
                  <a:cubicBezTo>
                    <a:pt x="280" y="2002"/>
                    <a:pt x="193" y="2034"/>
                    <a:pt x="193" y="2034"/>
                  </a:cubicBezTo>
                  <a:cubicBezTo>
                    <a:pt x="179" y="2041"/>
                    <a:pt x="166" y="2040"/>
                    <a:pt x="169" y="2028"/>
                  </a:cubicBezTo>
                  <a:cubicBezTo>
                    <a:pt x="166" y="2030"/>
                    <a:pt x="173" y="2005"/>
                    <a:pt x="177" y="1999"/>
                  </a:cubicBezTo>
                  <a:cubicBezTo>
                    <a:pt x="177" y="1999"/>
                    <a:pt x="157" y="2033"/>
                    <a:pt x="177" y="2053"/>
                  </a:cubicBezTo>
                  <a:cubicBezTo>
                    <a:pt x="177" y="2053"/>
                    <a:pt x="264" y="2022"/>
                    <a:pt x="328" y="1985"/>
                  </a:cubicBezTo>
                  <a:cubicBezTo>
                    <a:pt x="356" y="1969"/>
                    <a:pt x="366" y="1964"/>
                    <a:pt x="371" y="1984"/>
                  </a:cubicBezTo>
                  <a:cubicBezTo>
                    <a:pt x="372" y="2134"/>
                    <a:pt x="381" y="2272"/>
                    <a:pt x="382" y="2351"/>
                  </a:cubicBezTo>
                  <a:cubicBezTo>
                    <a:pt x="388" y="2663"/>
                    <a:pt x="338" y="2615"/>
                    <a:pt x="210" y="2839"/>
                  </a:cubicBezTo>
                  <a:cubicBezTo>
                    <a:pt x="82" y="3063"/>
                    <a:pt x="56" y="3297"/>
                    <a:pt x="56" y="3297"/>
                  </a:cubicBezTo>
                  <a:cubicBezTo>
                    <a:pt x="100" y="3339"/>
                    <a:pt x="126" y="3303"/>
                    <a:pt x="126" y="3303"/>
                  </a:cubicBezTo>
                  <a:cubicBezTo>
                    <a:pt x="126" y="3301"/>
                    <a:pt x="126" y="3298"/>
                    <a:pt x="127" y="3295"/>
                  </a:cubicBezTo>
                  <a:cubicBezTo>
                    <a:pt x="117" y="3317"/>
                    <a:pt x="89" y="3327"/>
                    <a:pt x="66" y="3304"/>
                  </a:cubicBezTo>
                  <a:cubicBezTo>
                    <a:pt x="66" y="3304"/>
                    <a:pt x="98" y="3044"/>
                    <a:pt x="226" y="2820"/>
                  </a:cubicBezTo>
                  <a:cubicBezTo>
                    <a:pt x="354" y="2596"/>
                    <a:pt x="404" y="2644"/>
                    <a:pt x="398" y="2332"/>
                  </a:cubicBezTo>
                  <a:cubicBezTo>
                    <a:pt x="397" y="2252"/>
                    <a:pt x="388" y="2115"/>
                    <a:pt x="387" y="1965"/>
                  </a:cubicBezTo>
                  <a:close/>
                  <a:moveTo>
                    <a:pt x="255" y="451"/>
                  </a:moveTo>
                  <a:cubicBezTo>
                    <a:pt x="174" y="549"/>
                    <a:pt x="206" y="677"/>
                    <a:pt x="225" y="733"/>
                  </a:cubicBezTo>
                  <a:cubicBezTo>
                    <a:pt x="244" y="789"/>
                    <a:pt x="296" y="859"/>
                    <a:pt x="304" y="883"/>
                  </a:cubicBezTo>
                  <a:cubicBezTo>
                    <a:pt x="311" y="907"/>
                    <a:pt x="313" y="945"/>
                    <a:pt x="364" y="949"/>
                  </a:cubicBezTo>
                  <a:cubicBezTo>
                    <a:pt x="419" y="953"/>
                    <a:pt x="437" y="936"/>
                    <a:pt x="442" y="920"/>
                  </a:cubicBezTo>
                  <a:cubicBezTo>
                    <a:pt x="431" y="927"/>
                    <a:pt x="411" y="932"/>
                    <a:pt x="380" y="929"/>
                  </a:cubicBezTo>
                  <a:cubicBezTo>
                    <a:pt x="329" y="925"/>
                    <a:pt x="327" y="888"/>
                    <a:pt x="320" y="864"/>
                  </a:cubicBezTo>
                  <a:cubicBezTo>
                    <a:pt x="312" y="839"/>
                    <a:pt x="260" y="770"/>
                    <a:pt x="241" y="713"/>
                  </a:cubicBezTo>
                  <a:cubicBezTo>
                    <a:pt x="222" y="657"/>
                    <a:pt x="182" y="552"/>
                    <a:pt x="262" y="455"/>
                  </a:cubicBezTo>
                  <a:cubicBezTo>
                    <a:pt x="343" y="357"/>
                    <a:pt x="151" y="159"/>
                    <a:pt x="30" y="165"/>
                  </a:cubicBezTo>
                  <a:cubicBezTo>
                    <a:pt x="30" y="165"/>
                    <a:pt x="2" y="151"/>
                    <a:pt x="29" y="138"/>
                  </a:cubicBezTo>
                  <a:cubicBezTo>
                    <a:pt x="27" y="138"/>
                    <a:pt x="26" y="138"/>
                    <a:pt x="26" y="138"/>
                  </a:cubicBezTo>
                  <a:cubicBezTo>
                    <a:pt x="0" y="151"/>
                    <a:pt x="20" y="174"/>
                    <a:pt x="20" y="174"/>
                  </a:cubicBezTo>
                  <a:cubicBezTo>
                    <a:pt x="140" y="168"/>
                    <a:pt x="336" y="354"/>
                    <a:pt x="255" y="451"/>
                  </a:cubicBezTo>
                  <a:close/>
                </a:path>
              </a:pathLst>
            </a:custGeom>
            <a:solidFill>
              <a:srgbClr val="D64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96435170-83DE-C378-7D39-29135D6FF5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" y="713"/>
              <a:ext cx="891" cy="3363"/>
            </a:xfrm>
            <a:custGeom>
              <a:avLst/>
              <a:gdLst>
                <a:gd name="T0" fmla="*/ 760 w 883"/>
                <a:gd name="T1" fmla="*/ 229 h 3339"/>
                <a:gd name="T2" fmla="*/ 782 w 883"/>
                <a:gd name="T3" fmla="*/ 187 h 3339"/>
                <a:gd name="T4" fmla="*/ 770 w 883"/>
                <a:gd name="T5" fmla="*/ 198 h 3339"/>
                <a:gd name="T6" fmla="*/ 554 w 883"/>
                <a:gd name="T7" fmla="*/ 1407 h 3339"/>
                <a:gd name="T8" fmla="*/ 722 w 883"/>
                <a:gd name="T9" fmla="*/ 1977 h 3339"/>
                <a:gd name="T10" fmla="*/ 733 w 883"/>
                <a:gd name="T11" fmla="*/ 2019 h 3339"/>
                <a:gd name="T12" fmla="*/ 533 w 883"/>
                <a:gd name="T13" fmla="*/ 1889 h 3339"/>
                <a:gd name="T14" fmla="*/ 665 w 883"/>
                <a:gd name="T15" fmla="*/ 534 h 3339"/>
                <a:gd name="T16" fmla="*/ 636 w 883"/>
                <a:gd name="T17" fmla="*/ 292 h 3339"/>
                <a:gd name="T18" fmla="*/ 648 w 883"/>
                <a:gd name="T19" fmla="*/ 541 h 3339"/>
                <a:gd name="T20" fmla="*/ 311 w 883"/>
                <a:gd name="T21" fmla="*/ 1979 h 3339"/>
                <a:gd name="T22" fmla="*/ 159 w 883"/>
                <a:gd name="T23" fmla="*/ 2073 h 3339"/>
                <a:gd name="T24" fmla="*/ 527 w 883"/>
                <a:gd name="T25" fmla="*/ 2012 h 3339"/>
                <a:gd name="T26" fmla="*/ 507 w 883"/>
                <a:gd name="T27" fmla="*/ 2042 h 3339"/>
                <a:gd name="T28" fmla="*/ 878 w 883"/>
                <a:gd name="T29" fmla="*/ 3411 h 3339"/>
                <a:gd name="T30" fmla="*/ 675 w 883"/>
                <a:gd name="T31" fmla="*/ 2831 h 3339"/>
                <a:gd name="T32" fmla="*/ 422 w 883"/>
                <a:gd name="T33" fmla="*/ 560 h 3339"/>
                <a:gd name="T34" fmla="*/ 467 w 883"/>
                <a:gd name="T35" fmla="*/ 856 h 3339"/>
                <a:gd name="T36" fmla="*/ 466 w 883"/>
                <a:gd name="T37" fmla="*/ 927 h 3339"/>
                <a:gd name="T38" fmla="*/ 388 w 883"/>
                <a:gd name="T39" fmla="*/ 692 h 3339"/>
                <a:gd name="T40" fmla="*/ 514 w 883"/>
                <a:gd name="T41" fmla="*/ 261 h 3339"/>
                <a:gd name="T42" fmla="*/ 514 w 883"/>
                <a:gd name="T43" fmla="*/ 26 h 3339"/>
                <a:gd name="T44" fmla="*/ 534 w 883"/>
                <a:gd name="T45" fmla="*/ 46 h 3339"/>
                <a:gd name="T46" fmla="*/ 521 w 883"/>
                <a:gd name="T47" fmla="*/ 379 h 3339"/>
                <a:gd name="T48" fmla="*/ 270 w 883"/>
                <a:gd name="T49" fmla="*/ 2957 h 3339"/>
                <a:gd name="T50" fmla="*/ 114 w 883"/>
                <a:gd name="T51" fmla="*/ 3389 h 3339"/>
                <a:gd name="T52" fmla="*/ 270 w 883"/>
                <a:gd name="T53" fmla="*/ 2957 h 3339"/>
                <a:gd name="T54" fmla="*/ 345 w 883"/>
                <a:gd name="T55" fmla="*/ 397 h 3339"/>
                <a:gd name="T56" fmla="*/ 363 w 883"/>
                <a:gd name="T57" fmla="*/ 382 h 3339"/>
                <a:gd name="T58" fmla="*/ 312 w 883"/>
                <a:gd name="T59" fmla="*/ 22 h 3339"/>
                <a:gd name="T60" fmla="*/ 269 w 883"/>
                <a:gd name="T61" fmla="*/ 34 h 3339"/>
                <a:gd name="T62" fmla="*/ 280 w 883"/>
                <a:gd name="T63" fmla="*/ 337 h 3339"/>
                <a:gd name="T64" fmla="*/ 213 w 883"/>
                <a:gd name="T65" fmla="*/ 248 h 3339"/>
                <a:gd name="T66" fmla="*/ 3 w 883"/>
                <a:gd name="T67" fmla="*/ 170 h 333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83" h="3339">
                  <a:moveTo>
                    <a:pt x="749" y="195"/>
                  </a:moveTo>
                  <a:cubicBezTo>
                    <a:pt x="749" y="195"/>
                    <a:pt x="774" y="208"/>
                    <a:pt x="739" y="223"/>
                  </a:cubicBezTo>
                  <a:cubicBezTo>
                    <a:pt x="753" y="220"/>
                    <a:pt x="761" y="219"/>
                    <a:pt x="761" y="219"/>
                  </a:cubicBezTo>
                  <a:cubicBezTo>
                    <a:pt x="775" y="199"/>
                    <a:pt x="761" y="184"/>
                    <a:pt x="761" y="184"/>
                  </a:cubicBezTo>
                  <a:cubicBezTo>
                    <a:pt x="687" y="182"/>
                    <a:pt x="633" y="215"/>
                    <a:pt x="594" y="253"/>
                  </a:cubicBezTo>
                  <a:cubicBezTo>
                    <a:pt x="630" y="226"/>
                    <a:pt x="691" y="194"/>
                    <a:pt x="749" y="195"/>
                  </a:cubicBezTo>
                  <a:close/>
                  <a:moveTo>
                    <a:pt x="630" y="529"/>
                  </a:moveTo>
                  <a:cubicBezTo>
                    <a:pt x="700" y="801"/>
                    <a:pt x="555" y="1181"/>
                    <a:pt x="539" y="1377"/>
                  </a:cubicBezTo>
                  <a:cubicBezTo>
                    <a:pt x="532" y="1457"/>
                    <a:pt x="487" y="1825"/>
                    <a:pt x="500" y="1861"/>
                  </a:cubicBezTo>
                  <a:cubicBezTo>
                    <a:pt x="508" y="1881"/>
                    <a:pt x="554" y="1944"/>
                    <a:pt x="704" y="1935"/>
                  </a:cubicBezTo>
                  <a:cubicBezTo>
                    <a:pt x="704" y="1935"/>
                    <a:pt x="733" y="1962"/>
                    <a:pt x="695" y="1976"/>
                  </a:cubicBezTo>
                  <a:cubicBezTo>
                    <a:pt x="706" y="1977"/>
                    <a:pt x="713" y="1977"/>
                    <a:pt x="713" y="1977"/>
                  </a:cubicBezTo>
                  <a:cubicBezTo>
                    <a:pt x="737" y="1953"/>
                    <a:pt x="713" y="1921"/>
                    <a:pt x="713" y="1921"/>
                  </a:cubicBezTo>
                  <a:cubicBezTo>
                    <a:pt x="563" y="1930"/>
                    <a:pt x="526" y="1870"/>
                    <a:pt x="518" y="1850"/>
                  </a:cubicBezTo>
                  <a:cubicBezTo>
                    <a:pt x="532" y="1627"/>
                    <a:pt x="560" y="1433"/>
                    <a:pt x="567" y="1353"/>
                  </a:cubicBezTo>
                  <a:cubicBezTo>
                    <a:pt x="583" y="1157"/>
                    <a:pt x="716" y="793"/>
                    <a:pt x="647" y="522"/>
                  </a:cubicBezTo>
                  <a:cubicBezTo>
                    <a:pt x="613" y="389"/>
                    <a:pt x="531" y="437"/>
                    <a:pt x="585" y="332"/>
                  </a:cubicBezTo>
                  <a:cubicBezTo>
                    <a:pt x="594" y="314"/>
                    <a:pt x="606" y="299"/>
                    <a:pt x="618" y="286"/>
                  </a:cubicBezTo>
                  <a:cubicBezTo>
                    <a:pt x="595" y="303"/>
                    <a:pt x="578" y="329"/>
                    <a:pt x="562" y="360"/>
                  </a:cubicBezTo>
                  <a:cubicBezTo>
                    <a:pt x="507" y="465"/>
                    <a:pt x="596" y="396"/>
                    <a:pt x="630" y="529"/>
                  </a:cubicBezTo>
                  <a:close/>
                  <a:moveTo>
                    <a:pt x="156" y="2028"/>
                  </a:moveTo>
                  <a:cubicBezTo>
                    <a:pt x="236" y="1992"/>
                    <a:pt x="279" y="1960"/>
                    <a:pt x="302" y="1937"/>
                  </a:cubicBezTo>
                  <a:cubicBezTo>
                    <a:pt x="273" y="1959"/>
                    <a:pt x="229" y="1984"/>
                    <a:pt x="162" y="2013"/>
                  </a:cubicBezTo>
                  <a:cubicBezTo>
                    <a:pt x="162" y="2013"/>
                    <a:pt x="158" y="2019"/>
                    <a:pt x="156" y="2028"/>
                  </a:cubicBezTo>
                  <a:close/>
                  <a:moveTo>
                    <a:pt x="657" y="2771"/>
                  </a:moveTo>
                  <a:cubicBezTo>
                    <a:pt x="520" y="2609"/>
                    <a:pt x="509" y="2569"/>
                    <a:pt x="512" y="1970"/>
                  </a:cubicBezTo>
                  <a:cubicBezTo>
                    <a:pt x="512" y="1969"/>
                    <a:pt x="516" y="1947"/>
                    <a:pt x="517" y="1946"/>
                  </a:cubicBezTo>
                  <a:cubicBezTo>
                    <a:pt x="517" y="1922"/>
                    <a:pt x="492" y="1972"/>
                    <a:pt x="493" y="1999"/>
                  </a:cubicBezTo>
                  <a:cubicBezTo>
                    <a:pt x="490" y="2598"/>
                    <a:pt x="492" y="2633"/>
                    <a:pt x="629" y="2795"/>
                  </a:cubicBezTo>
                  <a:cubicBezTo>
                    <a:pt x="818" y="3018"/>
                    <a:pt x="850" y="3283"/>
                    <a:pt x="854" y="3339"/>
                  </a:cubicBezTo>
                  <a:cubicBezTo>
                    <a:pt x="871" y="3336"/>
                    <a:pt x="883" y="3325"/>
                    <a:pt x="883" y="3325"/>
                  </a:cubicBezTo>
                  <a:cubicBezTo>
                    <a:pt x="883" y="3325"/>
                    <a:pt x="869" y="3021"/>
                    <a:pt x="657" y="2771"/>
                  </a:cubicBezTo>
                  <a:close/>
                  <a:moveTo>
                    <a:pt x="379" y="677"/>
                  </a:moveTo>
                  <a:cubicBezTo>
                    <a:pt x="336" y="581"/>
                    <a:pt x="388" y="558"/>
                    <a:pt x="410" y="548"/>
                  </a:cubicBezTo>
                  <a:cubicBezTo>
                    <a:pt x="316" y="547"/>
                    <a:pt x="328" y="656"/>
                    <a:pt x="351" y="701"/>
                  </a:cubicBezTo>
                  <a:cubicBezTo>
                    <a:pt x="400" y="798"/>
                    <a:pt x="445" y="802"/>
                    <a:pt x="455" y="838"/>
                  </a:cubicBezTo>
                  <a:cubicBezTo>
                    <a:pt x="460" y="857"/>
                    <a:pt x="462" y="886"/>
                    <a:pt x="451" y="907"/>
                  </a:cubicBezTo>
                  <a:cubicBezTo>
                    <a:pt x="452" y="907"/>
                    <a:pt x="453" y="906"/>
                    <a:pt x="454" y="906"/>
                  </a:cubicBezTo>
                  <a:cubicBezTo>
                    <a:pt x="485" y="894"/>
                    <a:pt x="504" y="846"/>
                    <a:pt x="471" y="793"/>
                  </a:cubicBezTo>
                  <a:cubicBezTo>
                    <a:pt x="453" y="772"/>
                    <a:pt x="412" y="751"/>
                    <a:pt x="379" y="677"/>
                  </a:cubicBezTo>
                  <a:close/>
                  <a:moveTo>
                    <a:pt x="504" y="355"/>
                  </a:moveTo>
                  <a:cubicBezTo>
                    <a:pt x="503" y="341"/>
                    <a:pt x="503" y="309"/>
                    <a:pt x="499" y="255"/>
                  </a:cubicBezTo>
                  <a:cubicBezTo>
                    <a:pt x="490" y="135"/>
                    <a:pt x="532" y="39"/>
                    <a:pt x="532" y="39"/>
                  </a:cubicBezTo>
                  <a:cubicBezTo>
                    <a:pt x="527" y="17"/>
                    <a:pt x="499" y="26"/>
                    <a:pt x="499" y="26"/>
                  </a:cubicBezTo>
                  <a:cubicBezTo>
                    <a:pt x="495" y="33"/>
                    <a:pt x="491" y="40"/>
                    <a:pt x="488" y="48"/>
                  </a:cubicBezTo>
                  <a:cubicBezTo>
                    <a:pt x="506" y="24"/>
                    <a:pt x="516" y="36"/>
                    <a:pt x="519" y="46"/>
                  </a:cubicBezTo>
                  <a:cubicBezTo>
                    <a:pt x="519" y="46"/>
                    <a:pt x="477" y="143"/>
                    <a:pt x="486" y="263"/>
                  </a:cubicBezTo>
                  <a:cubicBezTo>
                    <a:pt x="495" y="384"/>
                    <a:pt x="478" y="409"/>
                    <a:pt x="506" y="370"/>
                  </a:cubicBezTo>
                  <a:cubicBezTo>
                    <a:pt x="509" y="366"/>
                    <a:pt x="500" y="360"/>
                    <a:pt x="504" y="355"/>
                  </a:cubicBezTo>
                  <a:close/>
                  <a:moveTo>
                    <a:pt x="264" y="2894"/>
                  </a:moveTo>
                  <a:cubicBezTo>
                    <a:pt x="183" y="2971"/>
                    <a:pt x="89" y="3173"/>
                    <a:pt x="83" y="3331"/>
                  </a:cubicBezTo>
                  <a:cubicBezTo>
                    <a:pt x="101" y="3331"/>
                    <a:pt x="111" y="3317"/>
                    <a:pt x="111" y="3317"/>
                  </a:cubicBezTo>
                  <a:cubicBezTo>
                    <a:pt x="113" y="3174"/>
                    <a:pt x="180" y="3032"/>
                    <a:pt x="241" y="2931"/>
                  </a:cubicBezTo>
                  <a:cubicBezTo>
                    <a:pt x="240" y="2924"/>
                    <a:pt x="266" y="2896"/>
                    <a:pt x="264" y="2894"/>
                  </a:cubicBezTo>
                  <a:close/>
                  <a:moveTo>
                    <a:pt x="273" y="331"/>
                  </a:moveTo>
                  <a:cubicBezTo>
                    <a:pt x="288" y="373"/>
                    <a:pt x="306" y="401"/>
                    <a:pt x="336" y="388"/>
                  </a:cubicBezTo>
                  <a:cubicBezTo>
                    <a:pt x="363" y="376"/>
                    <a:pt x="437" y="419"/>
                    <a:pt x="452" y="348"/>
                  </a:cubicBezTo>
                  <a:cubicBezTo>
                    <a:pt x="419" y="388"/>
                    <a:pt x="372" y="366"/>
                    <a:pt x="354" y="373"/>
                  </a:cubicBezTo>
                  <a:cubicBezTo>
                    <a:pt x="324" y="386"/>
                    <a:pt x="307" y="368"/>
                    <a:pt x="292" y="326"/>
                  </a:cubicBezTo>
                  <a:cubicBezTo>
                    <a:pt x="246" y="198"/>
                    <a:pt x="303" y="22"/>
                    <a:pt x="303" y="22"/>
                  </a:cubicBezTo>
                  <a:cubicBezTo>
                    <a:pt x="294" y="0"/>
                    <a:pt x="270" y="13"/>
                    <a:pt x="270" y="13"/>
                  </a:cubicBezTo>
                  <a:cubicBezTo>
                    <a:pt x="267" y="20"/>
                    <a:pt x="265" y="27"/>
                    <a:pt x="263" y="34"/>
                  </a:cubicBezTo>
                  <a:cubicBezTo>
                    <a:pt x="275" y="7"/>
                    <a:pt x="287" y="19"/>
                    <a:pt x="290" y="26"/>
                  </a:cubicBezTo>
                  <a:cubicBezTo>
                    <a:pt x="290" y="26"/>
                    <a:pt x="226" y="203"/>
                    <a:pt x="273" y="331"/>
                  </a:cubicBezTo>
                  <a:close/>
                  <a:moveTo>
                    <a:pt x="241" y="278"/>
                  </a:moveTo>
                  <a:cubicBezTo>
                    <a:pt x="241" y="278"/>
                    <a:pt x="238" y="272"/>
                    <a:pt x="207" y="242"/>
                  </a:cubicBezTo>
                  <a:cubicBezTo>
                    <a:pt x="107" y="152"/>
                    <a:pt x="11" y="152"/>
                    <a:pt x="11" y="152"/>
                  </a:cubicBezTo>
                  <a:cubicBezTo>
                    <a:pt x="10" y="155"/>
                    <a:pt x="0" y="159"/>
                    <a:pt x="3" y="167"/>
                  </a:cubicBezTo>
                  <a:cubicBezTo>
                    <a:pt x="39" y="172"/>
                    <a:pt x="155" y="185"/>
                    <a:pt x="241" y="278"/>
                  </a:cubicBezTo>
                  <a:close/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E3A114E-2366-D07A-3840-6E60A1F69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713"/>
              <a:ext cx="907" cy="3381"/>
            </a:xfrm>
            <a:custGeom>
              <a:avLst/>
              <a:gdLst>
                <a:gd name="T0" fmla="*/ 691 w 899"/>
                <a:gd name="T1" fmla="*/ 2831 h 3357"/>
                <a:gd name="T2" fmla="*/ 543 w 899"/>
                <a:gd name="T3" fmla="*/ 2012 h 3357"/>
                <a:gd name="T4" fmla="*/ 595 w 899"/>
                <a:gd name="T5" fmla="*/ 1995 h 3357"/>
                <a:gd name="T6" fmla="*/ 749 w 899"/>
                <a:gd name="T7" fmla="*/ 2019 h 3357"/>
                <a:gd name="T8" fmla="*/ 749 w 899"/>
                <a:gd name="T9" fmla="*/ 1963 h 3357"/>
                <a:gd name="T10" fmla="*/ 549 w 899"/>
                <a:gd name="T11" fmla="*/ 1889 h 3357"/>
                <a:gd name="T12" fmla="*/ 598 w 899"/>
                <a:gd name="T13" fmla="*/ 1383 h 3357"/>
                <a:gd name="T14" fmla="*/ 681 w 899"/>
                <a:gd name="T15" fmla="*/ 534 h 3357"/>
                <a:gd name="T16" fmla="*/ 616 w 899"/>
                <a:gd name="T17" fmla="*/ 338 h 3357"/>
                <a:gd name="T18" fmla="*/ 798 w 899"/>
                <a:gd name="T19" fmla="*/ 226 h 3357"/>
                <a:gd name="T20" fmla="*/ 798 w 899"/>
                <a:gd name="T21" fmla="*/ 187 h 3357"/>
                <a:gd name="T22" fmla="*/ 554 w 899"/>
                <a:gd name="T23" fmla="*/ 350 h 3357"/>
                <a:gd name="T24" fmla="*/ 530 w 899"/>
                <a:gd name="T25" fmla="*/ 261 h 3357"/>
                <a:gd name="T26" fmla="*/ 563 w 899"/>
                <a:gd name="T27" fmla="*/ 40 h 3357"/>
                <a:gd name="T28" fmla="*/ 530 w 899"/>
                <a:gd name="T29" fmla="*/ 26 h 3357"/>
                <a:gd name="T30" fmla="*/ 483 w 899"/>
                <a:gd name="T31" fmla="*/ 331 h 3357"/>
                <a:gd name="T32" fmla="*/ 379 w 899"/>
                <a:gd name="T33" fmla="*/ 383 h 3357"/>
                <a:gd name="T34" fmla="*/ 317 w 899"/>
                <a:gd name="T35" fmla="*/ 333 h 3357"/>
                <a:gd name="T36" fmla="*/ 328 w 899"/>
                <a:gd name="T37" fmla="*/ 23 h 3357"/>
                <a:gd name="T38" fmla="*/ 295 w 899"/>
                <a:gd name="T39" fmla="*/ 13 h 3357"/>
                <a:gd name="T40" fmla="*/ 260 w 899"/>
                <a:gd name="T41" fmla="*/ 278 h 3357"/>
                <a:gd name="T42" fmla="*/ 27 w 899"/>
                <a:gd name="T43" fmla="*/ 155 h 3357"/>
                <a:gd name="T44" fmla="*/ 21 w 899"/>
                <a:gd name="T45" fmla="*/ 191 h 3357"/>
                <a:gd name="T46" fmla="*/ 262 w 899"/>
                <a:gd name="T47" fmla="*/ 475 h 3357"/>
                <a:gd name="T48" fmla="*/ 232 w 899"/>
                <a:gd name="T49" fmla="*/ 762 h 3357"/>
                <a:gd name="T50" fmla="*/ 313 w 899"/>
                <a:gd name="T51" fmla="*/ 915 h 3357"/>
                <a:gd name="T52" fmla="*/ 373 w 899"/>
                <a:gd name="T53" fmla="*/ 984 h 3357"/>
                <a:gd name="T54" fmla="*/ 456 w 899"/>
                <a:gd name="T55" fmla="*/ 934 h 3357"/>
                <a:gd name="T56" fmla="*/ 455 w 899"/>
                <a:gd name="T57" fmla="*/ 931 h 3357"/>
                <a:gd name="T58" fmla="*/ 512 w 899"/>
                <a:gd name="T59" fmla="*/ 832 h 3357"/>
                <a:gd name="T60" fmla="*/ 407 w 899"/>
                <a:gd name="T61" fmla="*/ 692 h 3357"/>
                <a:gd name="T62" fmla="*/ 467 w 899"/>
                <a:gd name="T63" fmla="*/ 569 h 3357"/>
                <a:gd name="T64" fmla="*/ 417 w 899"/>
                <a:gd name="T65" fmla="*/ 1444 h 3357"/>
                <a:gd name="T66" fmla="*/ 381 w 899"/>
                <a:gd name="T67" fmla="*/ 1915 h 3357"/>
                <a:gd name="T68" fmla="*/ 184 w 899"/>
                <a:gd name="T69" fmla="*/ 2056 h 3357"/>
                <a:gd name="T70" fmla="*/ 184 w 899"/>
                <a:gd name="T71" fmla="*/ 2112 h 3357"/>
                <a:gd name="T72" fmla="*/ 338 w 899"/>
                <a:gd name="T73" fmla="*/ 2041 h 3357"/>
                <a:gd name="T74" fmla="*/ 381 w 899"/>
                <a:gd name="T75" fmla="*/ 2040 h 3357"/>
                <a:gd name="T76" fmla="*/ 392 w 899"/>
                <a:gd name="T77" fmla="*/ 2416 h 3357"/>
                <a:gd name="T78" fmla="*/ 217 w 899"/>
                <a:gd name="T79" fmla="*/ 2915 h 3357"/>
                <a:gd name="T80" fmla="*/ 60 w 899"/>
                <a:gd name="T81" fmla="*/ 3383 h 3357"/>
                <a:gd name="T82" fmla="*/ 130 w 899"/>
                <a:gd name="T83" fmla="*/ 3389 h 3357"/>
                <a:gd name="T84" fmla="*/ 288 w 899"/>
                <a:gd name="T85" fmla="*/ 2957 h 3357"/>
                <a:gd name="T86" fmla="*/ 280 w 899"/>
                <a:gd name="T87" fmla="*/ 3104 h 3357"/>
                <a:gd name="T88" fmla="*/ 331 w 899"/>
                <a:gd name="T89" fmla="*/ 3104 h 3357"/>
                <a:gd name="T90" fmla="*/ 349 w 899"/>
                <a:gd name="T91" fmla="*/ 2871 h 3357"/>
                <a:gd name="T92" fmla="*/ 360 w 899"/>
                <a:gd name="T93" fmla="*/ 2857 h 3357"/>
                <a:gd name="T94" fmla="*/ 487 w 899"/>
                <a:gd name="T95" fmla="*/ 2670 h 3357"/>
                <a:gd name="T96" fmla="*/ 622 w 899"/>
                <a:gd name="T97" fmla="*/ 2874 h 3357"/>
                <a:gd name="T98" fmla="*/ 648 w 899"/>
                <a:gd name="T99" fmla="*/ 3105 h 3357"/>
                <a:gd name="T100" fmla="*/ 696 w 899"/>
                <a:gd name="T101" fmla="*/ 3105 h 3357"/>
                <a:gd name="T102" fmla="*/ 701 w 899"/>
                <a:gd name="T103" fmla="*/ 2962 h 3357"/>
                <a:gd name="T104" fmla="*/ 853 w 899"/>
                <a:gd name="T105" fmla="*/ 3397 h 3357"/>
                <a:gd name="T106" fmla="*/ 923 w 899"/>
                <a:gd name="T107" fmla="*/ 3397 h 3357"/>
                <a:gd name="T108" fmla="*/ 691 w 899"/>
                <a:gd name="T109" fmla="*/ 2831 h 335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899" h="3357">
                  <a:moveTo>
                    <a:pt x="673" y="2771"/>
                  </a:moveTo>
                  <a:cubicBezTo>
                    <a:pt x="536" y="2610"/>
                    <a:pt x="525" y="2569"/>
                    <a:pt x="528" y="1970"/>
                  </a:cubicBezTo>
                  <a:cubicBezTo>
                    <a:pt x="534" y="1945"/>
                    <a:pt x="526" y="1929"/>
                    <a:pt x="580" y="1953"/>
                  </a:cubicBezTo>
                  <a:cubicBezTo>
                    <a:pt x="635" y="1979"/>
                    <a:pt x="729" y="1977"/>
                    <a:pt x="729" y="1977"/>
                  </a:cubicBezTo>
                  <a:cubicBezTo>
                    <a:pt x="753" y="1953"/>
                    <a:pt x="729" y="1921"/>
                    <a:pt x="729" y="1921"/>
                  </a:cubicBezTo>
                  <a:cubicBezTo>
                    <a:pt x="579" y="1931"/>
                    <a:pt x="542" y="1870"/>
                    <a:pt x="534" y="1850"/>
                  </a:cubicBezTo>
                  <a:cubicBezTo>
                    <a:pt x="548" y="1627"/>
                    <a:pt x="576" y="1433"/>
                    <a:pt x="583" y="1353"/>
                  </a:cubicBezTo>
                  <a:cubicBezTo>
                    <a:pt x="599" y="1157"/>
                    <a:pt x="732" y="793"/>
                    <a:pt x="663" y="522"/>
                  </a:cubicBezTo>
                  <a:cubicBezTo>
                    <a:pt x="629" y="389"/>
                    <a:pt x="547" y="437"/>
                    <a:pt x="601" y="332"/>
                  </a:cubicBezTo>
                  <a:cubicBezTo>
                    <a:pt x="655" y="227"/>
                    <a:pt x="777" y="220"/>
                    <a:pt x="777" y="220"/>
                  </a:cubicBezTo>
                  <a:cubicBezTo>
                    <a:pt x="791" y="199"/>
                    <a:pt x="777" y="184"/>
                    <a:pt x="777" y="184"/>
                  </a:cubicBezTo>
                  <a:cubicBezTo>
                    <a:pt x="637" y="180"/>
                    <a:pt x="567" y="304"/>
                    <a:pt x="539" y="344"/>
                  </a:cubicBezTo>
                  <a:cubicBezTo>
                    <a:pt x="511" y="383"/>
                    <a:pt x="524" y="376"/>
                    <a:pt x="515" y="255"/>
                  </a:cubicBezTo>
                  <a:cubicBezTo>
                    <a:pt x="506" y="135"/>
                    <a:pt x="548" y="40"/>
                    <a:pt x="548" y="40"/>
                  </a:cubicBezTo>
                  <a:cubicBezTo>
                    <a:pt x="543" y="17"/>
                    <a:pt x="515" y="26"/>
                    <a:pt x="515" y="26"/>
                  </a:cubicBezTo>
                  <a:cubicBezTo>
                    <a:pt x="472" y="100"/>
                    <a:pt x="483" y="253"/>
                    <a:pt x="471" y="325"/>
                  </a:cubicBezTo>
                  <a:cubicBezTo>
                    <a:pt x="460" y="396"/>
                    <a:pt x="400" y="360"/>
                    <a:pt x="370" y="374"/>
                  </a:cubicBezTo>
                  <a:cubicBezTo>
                    <a:pt x="340" y="387"/>
                    <a:pt x="323" y="368"/>
                    <a:pt x="308" y="327"/>
                  </a:cubicBezTo>
                  <a:cubicBezTo>
                    <a:pt x="262" y="199"/>
                    <a:pt x="319" y="23"/>
                    <a:pt x="319" y="23"/>
                  </a:cubicBezTo>
                  <a:cubicBezTo>
                    <a:pt x="310" y="0"/>
                    <a:pt x="286" y="13"/>
                    <a:pt x="286" y="13"/>
                  </a:cubicBezTo>
                  <a:cubicBezTo>
                    <a:pt x="239" y="152"/>
                    <a:pt x="254" y="272"/>
                    <a:pt x="254" y="272"/>
                  </a:cubicBezTo>
                  <a:cubicBezTo>
                    <a:pt x="143" y="152"/>
                    <a:pt x="27" y="152"/>
                    <a:pt x="27" y="152"/>
                  </a:cubicBezTo>
                  <a:cubicBezTo>
                    <a:pt x="0" y="165"/>
                    <a:pt x="21" y="188"/>
                    <a:pt x="21" y="188"/>
                  </a:cubicBezTo>
                  <a:cubicBezTo>
                    <a:pt x="141" y="182"/>
                    <a:pt x="336" y="368"/>
                    <a:pt x="256" y="466"/>
                  </a:cubicBezTo>
                  <a:cubicBezTo>
                    <a:pt x="175" y="563"/>
                    <a:pt x="207" y="691"/>
                    <a:pt x="226" y="747"/>
                  </a:cubicBezTo>
                  <a:cubicBezTo>
                    <a:pt x="244" y="803"/>
                    <a:pt x="297" y="873"/>
                    <a:pt x="304" y="897"/>
                  </a:cubicBezTo>
                  <a:cubicBezTo>
                    <a:pt x="312" y="922"/>
                    <a:pt x="314" y="959"/>
                    <a:pt x="364" y="963"/>
                  </a:cubicBezTo>
                  <a:cubicBezTo>
                    <a:pt x="451" y="969"/>
                    <a:pt x="446" y="924"/>
                    <a:pt x="444" y="913"/>
                  </a:cubicBezTo>
                  <a:cubicBezTo>
                    <a:pt x="444" y="911"/>
                    <a:pt x="443" y="910"/>
                    <a:pt x="443" y="910"/>
                  </a:cubicBezTo>
                  <a:cubicBezTo>
                    <a:pt x="506" y="912"/>
                    <a:pt x="508" y="849"/>
                    <a:pt x="499" y="814"/>
                  </a:cubicBezTo>
                  <a:cubicBezTo>
                    <a:pt x="489" y="778"/>
                    <a:pt x="444" y="774"/>
                    <a:pt x="395" y="677"/>
                  </a:cubicBezTo>
                  <a:cubicBezTo>
                    <a:pt x="367" y="622"/>
                    <a:pt x="389" y="527"/>
                    <a:pt x="455" y="557"/>
                  </a:cubicBezTo>
                  <a:cubicBezTo>
                    <a:pt x="605" y="625"/>
                    <a:pt x="451" y="989"/>
                    <a:pt x="405" y="1414"/>
                  </a:cubicBezTo>
                  <a:cubicBezTo>
                    <a:pt x="394" y="1519"/>
                    <a:pt x="373" y="1689"/>
                    <a:pt x="372" y="1875"/>
                  </a:cubicBezTo>
                  <a:cubicBezTo>
                    <a:pt x="367" y="1894"/>
                    <a:pt x="337" y="1946"/>
                    <a:pt x="178" y="2013"/>
                  </a:cubicBezTo>
                  <a:cubicBezTo>
                    <a:pt x="178" y="2013"/>
                    <a:pt x="157" y="2047"/>
                    <a:pt x="178" y="2067"/>
                  </a:cubicBezTo>
                  <a:cubicBezTo>
                    <a:pt x="178" y="2067"/>
                    <a:pt x="265" y="2036"/>
                    <a:pt x="329" y="1999"/>
                  </a:cubicBezTo>
                  <a:cubicBezTo>
                    <a:pt x="357" y="1983"/>
                    <a:pt x="367" y="1978"/>
                    <a:pt x="372" y="1998"/>
                  </a:cubicBezTo>
                  <a:cubicBezTo>
                    <a:pt x="373" y="2149"/>
                    <a:pt x="381" y="2286"/>
                    <a:pt x="383" y="2365"/>
                  </a:cubicBezTo>
                  <a:cubicBezTo>
                    <a:pt x="389" y="2677"/>
                    <a:pt x="339" y="2629"/>
                    <a:pt x="211" y="2853"/>
                  </a:cubicBezTo>
                  <a:cubicBezTo>
                    <a:pt x="83" y="3077"/>
                    <a:pt x="57" y="3311"/>
                    <a:pt x="57" y="3311"/>
                  </a:cubicBezTo>
                  <a:cubicBezTo>
                    <a:pt x="101" y="3353"/>
                    <a:pt x="127" y="3317"/>
                    <a:pt x="127" y="3317"/>
                  </a:cubicBezTo>
                  <a:cubicBezTo>
                    <a:pt x="130" y="3156"/>
                    <a:pt x="214" y="2995"/>
                    <a:pt x="280" y="2894"/>
                  </a:cubicBezTo>
                  <a:cubicBezTo>
                    <a:pt x="295" y="2902"/>
                    <a:pt x="274" y="3038"/>
                    <a:pt x="274" y="3038"/>
                  </a:cubicBezTo>
                  <a:cubicBezTo>
                    <a:pt x="302" y="3058"/>
                    <a:pt x="322" y="3038"/>
                    <a:pt x="322" y="3038"/>
                  </a:cubicBezTo>
                  <a:cubicBezTo>
                    <a:pt x="321" y="2924"/>
                    <a:pt x="337" y="2829"/>
                    <a:pt x="340" y="2811"/>
                  </a:cubicBezTo>
                  <a:cubicBezTo>
                    <a:pt x="344" y="2805"/>
                    <a:pt x="348" y="2801"/>
                    <a:pt x="351" y="2797"/>
                  </a:cubicBezTo>
                  <a:cubicBezTo>
                    <a:pt x="439" y="2695"/>
                    <a:pt x="475" y="2613"/>
                    <a:pt x="475" y="2613"/>
                  </a:cubicBezTo>
                  <a:cubicBezTo>
                    <a:pt x="475" y="2613"/>
                    <a:pt x="483" y="2678"/>
                    <a:pt x="607" y="2814"/>
                  </a:cubicBezTo>
                  <a:cubicBezTo>
                    <a:pt x="612" y="2837"/>
                    <a:pt x="632" y="2930"/>
                    <a:pt x="630" y="3039"/>
                  </a:cubicBezTo>
                  <a:cubicBezTo>
                    <a:pt x="630" y="3039"/>
                    <a:pt x="650" y="3059"/>
                    <a:pt x="678" y="3039"/>
                  </a:cubicBezTo>
                  <a:cubicBezTo>
                    <a:pt x="678" y="3039"/>
                    <a:pt x="665" y="2904"/>
                    <a:pt x="683" y="2899"/>
                  </a:cubicBezTo>
                  <a:cubicBezTo>
                    <a:pt x="814" y="3070"/>
                    <a:pt x="831" y="3325"/>
                    <a:pt x="831" y="3325"/>
                  </a:cubicBezTo>
                  <a:cubicBezTo>
                    <a:pt x="861" y="3357"/>
                    <a:pt x="899" y="3325"/>
                    <a:pt x="899" y="3325"/>
                  </a:cubicBezTo>
                  <a:cubicBezTo>
                    <a:pt x="899" y="3325"/>
                    <a:pt x="885" y="3021"/>
                    <a:pt x="673" y="2771"/>
                  </a:cubicBezTo>
                  <a:close/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C3B97BA4-2A63-BD64-AEA0-B09345E16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1535"/>
              <a:ext cx="142" cy="139"/>
            </a:xfrm>
            <a:custGeom>
              <a:avLst/>
              <a:gdLst>
                <a:gd name="T0" fmla="*/ 0 w 141"/>
                <a:gd name="T1" fmla="*/ 81 h 138"/>
                <a:gd name="T2" fmla="*/ 101 w 141"/>
                <a:gd name="T3" fmla="*/ 99 h 138"/>
                <a:gd name="T4" fmla="*/ 102 w 141"/>
                <a:gd name="T5" fmla="*/ 0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138">
                  <a:moveTo>
                    <a:pt x="0" y="78"/>
                  </a:moveTo>
                  <a:cubicBezTo>
                    <a:pt x="0" y="78"/>
                    <a:pt x="55" y="138"/>
                    <a:pt x="98" y="96"/>
                  </a:cubicBezTo>
                  <a:cubicBezTo>
                    <a:pt x="141" y="55"/>
                    <a:pt x="99" y="0"/>
                    <a:pt x="99" y="0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7FD33D-AC5D-9AC3-BA17-29735BC08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2370"/>
              <a:ext cx="655" cy="270"/>
            </a:xfrm>
            <a:custGeom>
              <a:avLst/>
              <a:gdLst>
                <a:gd name="T0" fmla="*/ 290 w 649"/>
                <a:gd name="T1" fmla="*/ 11 h 268"/>
                <a:gd name="T2" fmla="*/ 16 w 649"/>
                <a:gd name="T3" fmla="*/ 121 h 268"/>
                <a:gd name="T4" fmla="*/ 14 w 649"/>
                <a:gd name="T5" fmla="*/ 154 h 268"/>
                <a:gd name="T6" fmla="*/ 154 w 649"/>
                <a:gd name="T7" fmla="*/ 157 h 268"/>
                <a:gd name="T8" fmla="*/ 70 w 649"/>
                <a:gd name="T9" fmla="*/ 257 h 268"/>
                <a:gd name="T10" fmla="*/ 86 w 649"/>
                <a:gd name="T11" fmla="*/ 270 h 268"/>
                <a:gd name="T12" fmla="*/ 190 w 649"/>
                <a:gd name="T13" fmla="*/ 167 h 268"/>
                <a:gd name="T14" fmla="*/ 320 w 649"/>
                <a:gd name="T15" fmla="*/ 100 h 268"/>
                <a:gd name="T16" fmla="*/ 366 w 649"/>
                <a:gd name="T17" fmla="*/ 119 h 268"/>
                <a:gd name="T18" fmla="*/ 482 w 649"/>
                <a:gd name="T19" fmla="*/ 129 h 268"/>
                <a:gd name="T20" fmla="*/ 653 w 649"/>
                <a:gd name="T21" fmla="*/ 116 h 268"/>
                <a:gd name="T22" fmla="*/ 653 w 649"/>
                <a:gd name="T23" fmla="*/ 91 h 268"/>
                <a:gd name="T24" fmla="*/ 510 w 649"/>
                <a:gd name="T25" fmla="*/ 89 h 268"/>
                <a:gd name="T26" fmla="*/ 371 w 649"/>
                <a:gd name="T27" fmla="*/ 75 h 268"/>
                <a:gd name="T28" fmla="*/ 355 w 649"/>
                <a:gd name="T29" fmla="*/ 0 h 2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49" h="268">
                  <a:moveTo>
                    <a:pt x="281" y="11"/>
                  </a:moveTo>
                  <a:cubicBezTo>
                    <a:pt x="281" y="11"/>
                    <a:pt x="337" y="154"/>
                    <a:pt x="16" y="118"/>
                  </a:cubicBezTo>
                  <a:cubicBezTo>
                    <a:pt x="16" y="118"/>
                    <a:pt x="0" y="137"/>
                    <a:pt x="14" y="151"/>
                  </a:cubicBezTo>
                  <a:cubicBezTo>
                    <a:pt x="14" y="151"/>
                    <a:pt x="99" y="162"/>
                    <a:pt x="151" y="154"/>
                  </a:cubicBezTo>
                  <a:cubicBezTo>
                    <a:pt x="151" y="154"/>
                    <a:pt x="84" y="192"/>
                    <a:pt x="67" y="251"/>
                  </a:cubicBezTo>
                  <a:cubicBezTo>
                    <a:pt x="67" y="251"/>
                    <a:pt x="68" y="268"/>
                    <a:pt x="83" y="264"/>
                  </a:cubicBezTo>
                  <a:cubicBezTo>
                    <a:pt x="83" y="264"/>
                    <a:pt x="116" y="188"/>
                    <a:pt x="184" y="164"/>
                  </a:cubicBezTo>
                  <a:cubicBezTo>
                    <a:pt x="253" y="140"/>
                    <a:pt x="284" y="134"/>
                    <a:pt x="311" y="97"/>
                  </a:cubicBezTo>
                  <a:cubicBezTo>
                    <a:pt x="311" y="97"/>
                    <a:pt x="316" y="78"/>
                    <a:pt x="357" y="116"/>
                  </a:cubicBezTo>
                  <a:cubicBezTo>
                    <a:pt x="399" y="154"/>
                    <a:pt x="429" y="142"/>
                    <a:pt x="470" y="126"/>
                  </a:cubicBezTo>
                  <a:cubicBezTo>
                    <a:pt x="511" y="110"/>
                    <a:pt x="562" y="83"/>
                    <a:pt x="635" y="113"/>
                  </a:cubicBezTo>
                  <a:cubicBezTo>
                    <a:pt x="635" y="113"/>
                    <a:pt x="649" y="105"/>
                    <a:pt x="635" y="88"/>
                  </a:cubicBezTo>
                  <a:cubicBezTo>
                    <a:pt x="635" y="88"/>
                    <a:pt x="572" y="62"/>
                    <a:pt x="495" y="86"/>
                  </a:cubicBezTo>
                  <a:cubicBezTo>
                    <a:pt x="419" y="110"/>
                    <a:pt x="395" y="127"/>
                    <a:pt x="362" y="72"/>
                  </a:cubicBezTo>
                  <a:cubicBezTo>
                    <a:pt x="329" y="16"/>
                    <a:pt x="346" y="0"/>
                    <a:pt x="346" y="0"/>
                  </a:cubicBezTo>
                </a:path>
              </a:pathLst>
            </a:custGeom>
            <a:solidFill>
              <a:srgbClr val="E678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57E317-CE5B-463A-D5A4-F333B7F22A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" y="2435"/>
              <a:ext cx="643" cy="207"/>
            </a:xfrm>
            <a:custGeom>
              <a:avLst/>
              <a:gdLst>
                <a:gd name="T0" fmla="*/ 650 w 637"/>
                <a:gd name="T1" fmla="*/ 30 h 205"/>
                <a:gd name="T2" fmla="*/ 644 w 637"/>
                <a:gd name="T3" fmla="*/ 39 h 205"/>
                <a:gd name="T4" fmla="*/ 474 w 637"/>
                <a:gd name="T5" fmla="*/ 47 h 205"/>
                <a:gd name="T6" fmla="*/ 358 w 637"/>
                <a:gd name="T7" fmla="*/ 38 h 205"/>
                <a:gd name="T8" fmla="*/ 312 w 637"/>
                <a:gd name="T9" fmla="*/ 19 h 205"/>
                <a:gd name="T10" fmla="*/ 182 w 637"/>
                <a:gd name="T11" fmla="*/ 88 h 205"/>
                <a:gd name="T12" fmla="*/ 78 w 637"/>
                <a:gd name="T13" fmla="*/ 191 h 205"/>
                <a:gd name="T14" fmla="*/ 64 w 637"/>
                <a:gd name="T15" fmla="*/ 186 h 205"/>
                <a:gd name="T16" fmla="*/ 62 w 637"/>
                <a:gd name="T17" fmla="*/ 192 h 205"/>
                <a:gd name="T18" fmla="*/ 78 w 637"/>
                <a:gd name="T19" fmla="*/ 205 h 205"/>
                <a:gd name="T20" fmla="*/ 182 w 637"/>
                <a:gd name="T21" fmla="*/ 102 h 205"/>
                <a:gd name="T22" fmla="*/ 312 w 637"/>
                <a:gd name="T23" fmla="*/ 32 h 205"/>
                <a:gd name="T24" fmla="*/ 358 w 637"/>
                <a:gd name="T25" fmla="*/ 51 h 205"/>
                <a:gd name="T26" fmla="*/ 474 w 637"/>
                <a:gd name="T27" fmla="*/ 64 h 205"/>
                <a:gd name="T28" fmla="*/ 645 w 637"/>
                <a:gd name="T29" fmla="*/ 48 h 205"/>
                <a:gd name="T30" fmla="*/ 650 w 637"/>
                <a:gd name="T31" fmla="*/ 30 h 205"/>
                <a:gd name="T32" fmla="*/ 123 w 637"/>
                <a:gd name="T33" fmla="*/ 94 h 205"/>
                <a:gd name="T34" fmla="*/ 146 w 637"/>
                <a:gd name="T35" fmla="*/ 92 h 205"/>
                <a:gd name="T36" fmla="*/ 6 w 637"/>
                <a:gd name="T37" fmla="*/ 76 h 205"/>
                <a:gd name="T38" fmla="*/ 2 w 637"/>
                <a:gd name="T39" fmla="*/ 68 h 205"/>
                <a:gd name="T40" fmla="*/ 6 w 637"/>
                <a:gd name="T41" fmla="*/ 89 h 205"/>
                <a:gd name="T42" fmla="*/ 123 w 637"/>
                <a:gd name="T43" fmla="*/ 94 h 20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37" h="205">
                  <a:moveTo>
                    <a:pt x="632" y="30"/>
                  </a:moveTo>
                  <a:cubicBezTo>
                    <a:pt x="634" y="44"/>
                    <a:pt x="626" y="39"/>
                    <a:pt x="626" y="39"/>
                  </a:cubicBezTo>
                  <a:cubicBezTo>
                    <a:pt x="553" y="9"/>
                    <a:pt x="503" y="31"/>
                    <a:pt x="462" y="47"/>
                  </a:cubicBezTo>
                  <a:cubicBezTo>
                    <a:pt x="421" y="63"/>
                    <a:pt x="391" y="76"/>
                    <a:pt x="349" y="38"/>
                  </a:cubicBezTo>
                  <a:cubicBezTo>
                    <a:pt x="308" y="0"/>
                    <a:pt x="303" y="19"/>
                    <a:pt x="303" y="19"/>
                  </a:cubicBezTo>
                  <a:cubicBezTo>
                    <a:pt x="276" y="55"/>
                    <a:pt x="245" y="62"/>
                    <a:pt x="176" y="85"/>
                  </a:cubicBezTo>
                  <a:cubicBezTo>
                    <a:pt x="108" y="109"/>
                    <a:pt x="75" y="185"/>
                    <a:pt x="75" y="185"/>
                  </a:cubicBezTo>
                  <a:cubicBezTo>
                    <a:pt x="67" y="205"/>
                    <a:pt x="58" y="187"/>
                    <a:pt x="61" y="180"/>
                  </a:cubicBezTo>
                  <a:cubicBezTo>
                    <a:pt x="60" y="182"/>
                    <a:pt x="59" y="184"/>
                    <a:pt x="59" y="186"/>
                  </a:cubicBezTo>
                  <a:cubicBezTo>
                    <a:pt x="59" y="186"/>
                    <a:pt x="60" y="203"/>
                    <a:pt x="75" y="199"/>
                  </a:cubicBezTo>
                  <a:cubicBezTo>
                    <a:pt x="75" y="199"/>
                    <a:pt x="108" y="123"/>
                    <a:pt x="176" y="99"/>
                  </a:cubicBezTo>
                  <a:cubicBezTo>
                    <a:pt x="245" y="75"/>
                    <a:pt x="276" y="69"/>
                    <a:pt x="303" y="32"/>
                  </a:cubicBezTo>
                  <a:cubicBezTo>
                    <a:pt x="303" y="32"/>
                    <a:pt x="308" y="13"/>
                    <a:pt x="349" y="51"/>
                  </a:cubicBezTo>
                  <a:cubicBezTo>
                    <a:pt x="391" y="89"/>
                    <a:pt x="421" y="77"/>
                    <a:pt x="462" y="61"/>
                  </a:cubicBezTo>
                  <a:cubicBezTo>
                    <a:pt x="503" y="45"/>
                    <a:pt x="554" y="18"/>
                    <a:pt x="627" y="48"/>
                  </a:cubicBezTo>
                  <a:cubicBezTo>
                    <a:pt x="627" y="48"/>
                    <a:pt x="637" y="42"/>
                    <a:pt x="632" y="30"/>
                  </a:cubicBezTo>
                  <a:close/>
                  <a:moveTo>
                    <a:pt x="120" y="91"/>
                  </a:moveTo>
                  <a:cubicBezTo>
                    <a:pt x="133" y="91"/>
                    <a:pt x="143" y="89"/>
                    <a:pt x="143" y="89"/>
                  </a:cubicBezTo>
                  <a:cubicBezTo>
                    <a:pt x="91" y="97"/>
                    <a:pt x="6" y="73"/>
                    <a:pt x="6" y="73"/>
                  </a:cubicBezTo>
                  <a:cubicBezTo>
                    <a:pt x="1" y="71"/>
                    <a:pt x="2" y="68"/>
                    <a:pt x="2" y="65"/>
                  </a:cubicBezTo>
                  <a:cubicBezTo>
                    <a:pt x="0" y="71"/>
                    <a:pt x="0" y="79"/>
                    <a:pt x="6" y="86"/>
                  </a:cubicBezTo>
                  <a:cubicBezTo>
                    <a:pt x="6" y="86"/>
                    <a:pt x="69" y="94"/>
                    <a:pt x="120" y="91"/>
                  </a:cubicBezTo>
                  <a:close/>
                </a:path>
              </a:pathLst>
            </a:custGeom>
            <a:solidFill>
              <a:srgbClr val="D64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E21BDC8-7A92-7027-246F-543860DF8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2523"/>
              <a:ext cx="134" cy="178"/>
            </a:xfrm>
            <a:custGeom>
              <a:avLst/>
              <a:gdLst>
                <a:gd name="T0" fmla="*/ 63 w 133"/>
                <a:gd name="T1" fmla="*/ 0 h 177"/>
                <a:gd name="T2" fmla="*/ 81 w 133"/>
                <a:gd name="T3" fmla="*/ 180 h 177"/>
                <a:gd name="T4" fmla="*/ 131 w 133"/>
                <a:gd name="T5" fmla="*/ 158 h 177"/>
                <a:gd name="T6" fmla="*/ 136 w 133"/>
                <a:gd name="T7" fmla="*/ 8 h 1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177">
                  <a:moveTo>
                    <a:pt x="63" y="0"/>
                  </a:moveTo>
                  <a:cubicBezTo>
                    <a:pt x="63" y="0"/>
                    <a:pt x="0" y="98"/>
                    <a:pt x="78" y="177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128" y="155"/>
                    <a:pt x="55" y="103"/>
                    <a:pt x="133" y="8"/>
                  </a:cubicBezTo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9C60FE6D-6E83-AC98-0CEE-33119BA88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2523"/>
              <a:ext cx="134" cy="178"/>
            </a:xfrm>
            <a:custGeom>
              <a:avLst/>
              <a:gdLst>
                <a:gd name="T0" fmla="*/ 63 w 133"/>
                <a:gd name="T1" fmla="*/ 0 h 177"/>
                <a:gd name="T2" fmla="*/ 81 w 133"/>
                <a:gd name="T3" fmla="*/ 180 h 177"/>
                <a:gd name="T4" fmla="*/ 131 w 133"/>
                <a:gd name="T5" fmla="*/ 158 h 177"/>
                <a:gd name="T6" fmla="*/ 136 w 133"/>
                <a:gd name="T7" fmla="*/ 8 h 1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177">
                  <a:moveTo>
                    <a:pt x="63" y="0"/>
                  </a:moveTo>
                  <a:cubicBezTo>
                    <a:pt x="63" y="0"/>
                    <a:pt x="0" y="98"/>
                    <a:pt x="78" y="177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128" y="155"/>
                    <a:pt x="55" y="103"/>
                    <a:pt x="133" y="8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DF78EA57-16D8-7F35-312A-60D90D53B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" y="2668"/>
              <a:ext cx="58" cy="44"/>
            </a:xfrm>
            <a:custGeom>
              <a:avLst/>
              <a:gdLst>
                <a:gd name="T0" fmla="*/ 54 w 58"/>
                <a:gd name="T1" fmla="*/ 11 h 44"/>
                <a:gd name="T2" fmla="*/ 36 w 58"/>
                <a:gd name="T3" fmla="*/ 38 h 44"/>
                <a:gd name="T4" fmla="*/ 4 w 58"/>
                <a:gd name="T5" fmla="*/ 33 h 44"/>
                <a:gd name="T6" fmla="*/ 22 w 58"/>
                <a:gd name="T7" fmla="*/ 6 h 44"/>
                <a:gd name="T8" fmla="*/ 54 w 58"/>
                <a:gd name="T9" fmla="*/ 11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44">
                  <a:moveTo>
                    <a:pt x="54" y="11"/>
                  </a:moveTo>
                  <a:cubicBezTo>
                    <a:pt x="58" y="20"/>
                    <a:pt x="50" y="32"/>
                    <a:pt x="36" y="38"/>
                  </a:cubicBezTo>
                  <a:cubicBezTo>
                    <a:pt x="22" y="44"/>
                    <a:pt x="8" y="42"/>
                    <a:pt x="4" y="33"/>
                  </a:cubicBezTo>
                  <a:cubicBezTo>
                    <a:pt x="0" y="24"/>
                    <a:pt x="8" y="12"/>
                    <a:pt x="22" y="6"/>
                  </a:cubicBezTo>
                  <a:cubicBezTo>
                    <a:pt x="36" y="0"/>
                    <a:pt x="50" y="2"/>
                    <a:pt x="54" y="11"/>
                  </a:cubicBezTo>
                  <a:close/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A07201AF-C393-0139-4C91-5C5A10B6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674"/>
              <a:ext cx="42" cy="33"/>
            </a:xfrm>
            <a:custGeom>
              <a:avLst/>
              <a:gdLst>
                <a:gd name="T0" fmla="*/ 39 w 42"/>
                <a:gd name="T1" fmla="*/ 8 h 33"/>
                <a:gd name="T2" fmla="*/ 26 w 42"/>
                <a:gd name="T3" fmla="*/ 28 h 33"/>
                <a:gd name="T4" fmla="*/ 3 w 42"/>
                <a:gd name="T5" fmla="*/ 25 h 33"/>
                <a:gd name="T6" fmla="*/ 16 w 42"/>
                <a:gd name="T7" fmla="*/ 5 h 33"/>
                <a:gd name="T8" fmla="*/ 39 w 42"/>
                <a:gd name="T9" fmla="*/ 8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33">
                  <a:moveTo>
                    <a:pt x="39" y="8"/>
                  </a:moveTo>
                  <a:cubicBezTo>
                    <a:pt x="42" y="15"/>
                    <a:pt x="36" y="24"/>
                    <a:pt x="26" y="28"/>
                  </a:cubicBezTo>
                  <a:cubicBezTo>
                    <a:pt x="16" y="33"/>
                    <a:pt x="6" y="31"/>
                    <a:pt x="3" y="25"/>
                  </a:cubicBezTo>
                  <a:cubicBezTo>
                    <a:pt x="0" y="18"/>
                    <a:pt x="6" y="9"/>
                    <a:pt x="16" y="5"/>
                  </a:cubicBezTo>
                  <a:cubicBezTo>
                    <a:pt x="26" y="0"/>
                    <a:pt x="36" y="2"/>
                    <a:pt x="39" y="8"/>
                  </a:cubicBezTo>
                  <a:close/>
                </a:path>
              </a:pathLst>
            </a:custGeom>
            <a:solidFill>
              <a:srgbClr val="D64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9CDDB548-1D37-9168-2853-18859FD0D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3034"/>
              <a:ext cx="126" cy="124"/>
            </a:xfrm>
            <a:custGeom>
              <a:avLst/>
              <a:gdLst>
                <a:gd name="T0" fmla="*/ 0 w 125"/>
                <a:gd name="T1" fmla="*/ 37 h 124"/>
                <a:gd name="T2" fmla="*/ 117 w 125"/>
                <a:gd name="T3" fmla="*/ 117 h 124"/>
                <a:gd name="T4" fmla="*/ 128 w 125"/>
                <a:gd name="T5" fmla="*/ 76 h 124"/>
                <a:gd name="T6" fmla="*/ 37 w 125"/>
                <a:gd name="T7" fmla="*/ 0 h 1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4">
                  <a:moveTo>
                    <a:pt x="0" y="37"/>
                  </a:moveTo>
                  <a:cubicBezTo>
                    <a:pt x="0" y="37"/>
                    <a:pt x="27" y="124"/>
                    <a:pt x="114" y="117"/>
                  </a:cubicBezTo>
                  <a:cubicBezTo>
                    <a:pt x="125" y="76"/>
                    <a:pt x="125" y="76"/>
                    <a:pt x="125" y="76"/>
                  </a:cubicBezTo>
                  <a:cubicBezTo>
                    <a:pt x="125" y="76"/>
                    <a:pt x="54" y="95"/>
                    <a:pt x="37" y="0"/>
                  </a:cubicBezTo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CF1A3313-71F4-C25E-A13E-3ACF91A46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3034"/>
              <a:ext cx="126" cy="124"/>
            </a:xfrm>
            <a:custGeom>
              <a:avLst/>
              <a:gdLst>
                <a:gd name="T0" fmla="*/ 0 w 125"/>
                <a:gd name="T1" fmla="*/ 37 h 124"/>
                <a:gd name="T2" fmla="*/ 117 w 125"/>
                <a:gd name="T3" fmla="*/ 117 h 124"/>
                <a:gd name="T4" fmla="*/ 128 w 125"/>
                <a:gd name="T5" fmla="*/ 76 h 124"/>
                <a:gd name="T6" fmla="*/ 37 w 125"/>
                <a:gd name="T7" fmla="*/ 0 h 1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4">
                  <a:moveTo>
                    <a:pt x="0" y="37"/>
                  </a:moveTo>
                  <a:cubicBezTo>
                    <a:pt x="0" y="37"/>
                    <a:pt x="27" y="124"/>
                    <a:pt x="114" y="117"/>
                  </a:cubicBezTo>
                  <a:cubicBezTo>
                    <a:pt x="125" y="76"/>
                    <a:pt x="125" y="76"/>
                    <a:pt x="125" y="76"/>
                  </a:cubicBezTo>
                  <a:cubicBezTo>
                    <a:pt x="125" y="76"/>
                    <a:pt x="54" y="95"/>
                    <a:pt x="37" y="0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A167C66A-7868-3B3B-5278-97868C854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3108"/>
              <a:ext cx="33" cy="45"/>
            </a:xfrm>
            <a:custGeom>
              <a:avLst/>
              <a:gdLst>
                <a:gd name="T0" fmla="*/ 22 w 33"/>
                <a:gd name="T1" fmla="*/ 2 h 45"/>
                <a:gd name="T2" fmla="*/ 30 w 33"/>
                <a:gd name="T3" fmla="*/ 26 h 45"/>
                <a:gd name="T4" fmla="*/ 11 w 33"/>
                <a:gd name="T5" fmla="*/ 43 h 45"/>
                <a:gd name="T6" fmla="*/ 3 w 33"/>
                <a:gd name="T7" fmla="*/ 19 h 45"/>
                <a:gd name="T8" fmla="*/ 22 w 33"/>
                <a:gd name="T9" fmla="*/ 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45">
                  <a:moveTo>
                    <a:pt x="22" y="2"/>
                  </a:moveTo>
                  <a:cubicBezTo>
                    <a:pt x="30" y="4"/>
                    <a:pt x="33" y="15"/>
                    <a:pt x="30" y="26"/>
                  </a:cubicBezTo>
                  <a:cubicBezTo>
                    <a:pt x="27" y="38"/>
                    <a:pt x="18" y="45"/>
                    <a:pt x="11" y="43"/>
                  </a:cubicBezTo>
                  <a:cubicBezTo>
                    <a:pt x="3" y="41"/>
                    <a:pt x="0" y="30"/>
                    <a:pt x="3" y="19"/>
                  </a:cubicBezTo>
                  <a:cubicBezTo>
                    <a:pt x="7" y="8"/>
                    <a:pt x="15" y="0"/>
                    <a:pt x="22" y="2"/>
                  </a:cubicBezTo>
                  <a:close/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6496A4BE-D5D7-3345-A069-7B8A4F94D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3117"/>
              <a:ext cx="21" cy="28"/>
            </a:xfrm>
            <a:custGeom>
              <a:avLst/>
              <a:gdLst>
                <a:gd name="T0" fmla="*/ 15 w 21"/>
                <a:gd name="T1" fmla="*/ 1 h 28"/>
                <a:gd name="T2" fmla="*/ 19 w 21"/>
                <a:gd name="T3" fmla="*/ 16 h 28"/>
                <a:gd name="T4" fmla="*/ 7 w 21"/>
                <a:gd name="T5" fmla="*/ 27 h 28"/>
                <a:gd name="T6" fmla="*/ 3 w 21"/>
                <a:gd name="T7" fmla="*/ 12 h 28"/>
                <a:gd name="T8" fmla="*/ 15 w 21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8">
                  <a:moveTo>
                    <a:pt x="15" y="1"/>
                  </a:moveTo>
                  <a:cubicBezTo>
                    <a:pt x="19" y="2"/>
                    <a:pt x="21" y="9"/>
                    <a:pt x="19" y="16"/>
                  </a:cubicBezTo>
                  <a:cubicBezTo>
                    <a:pt x="17" y="24"/>
                    <a:pt x="12" y="28"/>
                    <a:pt x="7" y="27"/>
                  </a:cubicBezTo>
                  <a:cubicBezTo>
                    <a:pt x="3" y="26"/>
                    <a:pt x="0" y="19"/>
                    <a:pt x="3" y="12"/>
                  </a:cubicBezTo>
                  <a:cubicBezTo>
                    <a:pt x="5" y="4"/>
                    <a:pt x="10" y="0"/>
                    <a:pt x="15" y="1"/>
                  </a:cubicBezTo>
                  <a:close/>
                </a:path>
              </a:pathLst>
            </a:custGeom>
            <a:solidFill>
              <a:srgbClr val="D64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8CBAA5D8-F0F4-FF39-4C71-05926DBE8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779"/>
              <a:ext cx="159" cy="287"/>
            </a:xfrm>
            <a:custGeom>
              <a:avLst/>
              <a:gdLst>
                <a:gd name="T0" fmla="*/ 143 w 157"/>
                <a:gd name="T1" fmla="*/ 0 h 285"/>
                <a:gd name="T2" fmla="*/ 0 w 157"/>
                <a:gd name="T3" fmla="*/ 277 h 285"/>
                <a:gd name="T4" fmla="*/ 18 w 157"/>
                <a:gd name="T5" fmla="*/ 286 h 285"/>
                <a:gd name="T6" fmla="*/ 163 w 157"/>
                <a:gd name="T7" fmla="*/ 39 h 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7" h="285">
                  <a:moveTo>
                    <a:pt x="137" y="0"/>
                  </a:moveTo>
                  <a:cubicBezTo>
                    <a:pt x="137" y="0"/>
                    <a:pt x="21" y="171"/>
                    <a:pt x="0" y="271"/>
                  </a:cubicBezTo>
                  <a:cubicBezTo>
                    <a:pt x="0" y="271"/>
                    <a:pt x="4" y="285"/>
                    <a:pt x="18" y="280"/>
                  </a:cubicBezTo>
                  <a:cubicBezTo>
                    <a:pt x="18" y="280"/>
                    <a:pt x="68" y="126"/>
                    <a:pt x="157" y="39"/>
                  </a:cubicBezTo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905F7C86-40B3-CD2C-E571-70B6ADC53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779"/>
              <a:ext cx="159" cy="287"/>
            </a:xfrm>
            <a:custGeom>
              <a:avLst/>
              <a:gdLst>
                <a:gd name="T0" fmla="*/ 143 w 157"/>
                <a:gd name="T1" fmla="*/ 0 h 285"/>
                <a:gd name="T2" fmla="*/ 0 w 157"/>
                <a:gd name="T3" fmla="*/ 277 h 285"/>
                <a:gd name="T4" fmla="*/ 18 w 157"/>
                <a:gd name="T5" fmla="*/ 286 h 285"/>
                <a:gd name="T6" fmla="*/ 163 w 157"/>
                <a:gd name="T7" fmla="*/ 39 h 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7" h="285">
                  <a:moveTo>
                    <a:pt x="137" y="0"/>
                  </a:moveTo>
                  <a:cubicBezTo>
                    <a:pt x="137" y="0"/>
                    <a:pt x="21" y="171"/>
                    <a:pt x="0" y="271"/>
                  </a:cubicBezTo>
                  <a:cubicBezTo>
                    <a:pt x="0" y="271"/>
                    <a:pt x="4" y="285"/>
                    <a:pt x="18" y="280"/>
                  </a:cubicBezTo>
                  <a:cubicBezTo>
                    <a:pt x="18" y="280"/>
                    <a:pt x="68" y="126"/>
                    <a:pt x="157" y="39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995D1946-A332-8787-6749-3AFF9AB50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2779"/>
              <a:ext cx="159" cy="287"/>
            </a:xfrm>
            <a:custGeom>
              <a:avLst/>
              <a:gdLst>
                <a:gd name="T0" fmla="*/ 21 w 158"/>
                <a:gd name="T1" fmla="*/ 0 h 285"/>
                <a:gd name="T2" fmla="*/ 161 w 158"/>
                <a:gd name="T3" fmla="*/ 277 h 285"/>
                <a:gd name="T4" fmla="*/ 142 w 158"/>
                <a:gd name="T5" fmla="*/ 286 h 285"/>
                <a:gd name="T6" fmla="*/ 0 w 158"/>
                <a:gd name="T7" fmla="*/ 39 h 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285">
                  <a:moveTo>
                    <a:pt x="21" y="0"/>
                  </a:moveTo>
                  <a:cubicBezTo>
                    <a:pt x="21" y="0"/>
                    <a:pt x="136" y="171"/>
                    <a:pt x="158" y="271"/>
                  </a:cubicBezTo>
                  <a:cubicBezTo>
                    <a:pt x="158" y="271"/>
                    <a:pt x="153" y="285"/>
                    <a:pt x="139" y="280"/>
                  </a:cubicBezTo>
                  <a:cubicBezTo>
                    <a:pt x="139" y="280"/>
                    <a:pt x="90" y="126"/>
                    <a:pt x="0" y="39"/>
                  </a:cubicBezTo>
                </a:path>
              </a:pathLst>
            </a:custGeom>
            <a:solidFill>
              <a:srgbClr val="E67857"/>
            </a:solidFill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22">
              <a:extLst>
                <a:ext uri="{FF2B5EF4-FFF2-40B4-BE49-F238E27FC236}">
                  <a16:creationId xmlns:a16="http://schemas.microsoft.com/office/drawing/2014/main" id="{EB3743EF-72FC-76A5-75F6-B3A31D61E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2779"/>
              <a:ext cx="159" cy="287"/>
            </a:xfrm>
            <a:custGeom>
              <a:avLst/>
              <a:gdLst>
                <a:gd name="T0" fmla="*/ 21 w 158"/>
                <a:gd name="T1" fmla="*/ 0 h 285"/>
                <a:gd name="T2" fmla="*/ 161 w 158"/>
                <a:gd name="T3" fmla="*/ 277 h 285"/>
                <a:gd name="T4" fmla="*/ 142 w 158"/>
                <a:gd name="T5" fmla="*/ 286 h 285"/>
                <a:gd name="T6" fmla="*/ 0 w 158"/>
                <a:gd name="T7" fmla="*/ 39 h 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285">
                  <a:moveTo>
                    <a:pt x="21" y="0"/>
                  </a:moveTo>
                  <a:cubicBezTo>
                    <a:pt x="21" y="0"/>
                    <a:pt x="136" y="171"/>
                    <a:pt x="158" y="271"/>
                  </a:cubicBezTo>
                  <a:cubicBezTo>
                    <a:pt x="158" y="271"/>
                    <a:pt x="153" y="285"/>
                    <a:pt x="139" y="280"/>
                  </a:cubicBezTo>
                  <a:cubicBezTo>
                    <a:pt x="139" y="280"/>
                    <a:pt x="90" y="126"/>
                    <a:pt x="0" y="39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87FE1FD0-0393-8111-3D5A-57039506E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1522"/>
              <a:ext cx="57" cy="124"/>
            </a:xfrm>
            <a:custGeom>
              <a:avLst/>
              <a:gdLst>
                <a:gd name="T0" fmla="*/ 16 w 56"/>
                <a:gd name="T1" fmla="*/ 0 h 123"/>
                <a:gd name="T2" fmla="*/ 53 w 56"/>
                <a:gd name="T3" fmla="*/ 45 h 123"/>
                <a:gd name="T4" fmla="*/ 51 w 56"/>
                <a:gd name="T5" fmla="*/ 98 h 123"/>
                <a:gd name="T6" fmla="*/ 5 w 56"/>
                <a:gd name="T7" fmla="*/ 109 h 123"/>
                <a:gd name="T8" fmla="*/ 15 w 56"/>
                <a:gd name="T9" fmla="*/ 84 h 123"/>
                <a:gd name="T10" fmla="*/ 27 w 56"/>
                <a:gd name="T11" fmla="*/ 55 h 123"/>
                <a:gd name="T12" fmla="*/ 17 w 56"/>
                <a:gd name="T13" fmla="*/ 2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3">
                  <a:moveTo>
                    <a:pt x="16" y="0"/>
                  </a:moveTo>
                  <a:cubicBezTo>
                    <a:pt x="30" y="10"/>
                    <a:pt x="46" y="29"/>
                    <a:pt x="50" y="45"/>
                  </a:cubicBezTo>
                  <a:cubicBezTo>
                    <a:pt x="54" y="61"/>
                    <a:pt x="56" y="81"/>
                    <a:pt x="48" y="95"/>
                  </a:cubicBezTo>
                  <a:cubicBezTo>
                    <a:pt x="41" y="106"/>
                    <a:pt x="13" y="123"/>
                    <a:pt x="5" y="106"/>
                  </a:cubicBezTo>
                  <a:cubicBezTo>
                    <a:pt x="0" y="96"/>
                    <a:pt x="9" y="88"/>
                    <a:pt x="15" y="81"/>
                  </a:cubicBezTo>
                  <a:cubicBezTo>
                    <a:pt x="22" y="74"/>
                    <a:pt x="26" y="65"/>
                    <a:pt x="27" y="55"/>
                  </a:cubicBezTo>
                  <a:cubicBezTo>
                    <a:pt x="30" y="35"/>
                    <a:pt x="25" y="19"/>
                    <a:pt x="17" y="2"/>
                  </a:cubicBezTo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CA192005-B503-03B4-7710-934838D15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2370"/>
              <a:ext cx="655" cy="270"/>
            </a:xfrm>
            <a:custGeom>
              <a:avLst/>
              <a:gdLst>
                <a:gd name="T0" fmla="*/ 290 w 649"/>
                <a:gd name="T1" fmla="*/ 11 h 268"/>
                <a:gd name="T2" fmla="*/ 16 w 649"/>
                <a:gd name="T3" fmla="*/ 121 h 268"/>
                <a:gd name="T4" fmla="*/ 14 w 649"/>
                <a:gd name="T5" fmla="*/ 154 h 268"/>
                <a:gd name="T6" fmla="*/ 154 w 649"/>
                <a:gd name="T7" fmla="*/ 157 h 268"/>
                <a:gd name="T8" fmla="*/ 70 w 649"/>
                <a:gd name="T9" fmla="*/ 257 h 268"/>
                <a:gd name="T10" fmla="*/ 86 w 649"/>
                <a:gd name="T11" fmla="*/ 270 h 268"/>
                <a:gd name="T12" fmla="*/ 190 w 649"/>
                <a:gd name="T13" fmla="*/ 167 h 268"/>
                <a:gd name="T14" fmla="*/ 320 w 649"/>
                <a:gd name="T15" fmla="*/ 100 h 268"/>
                <a:gd name="T16" fmla="*/ 366 w 649"/>
                <a:gd name="T17" fmla="*/ 119 h 268"/>
                <a:gd name="T18" fmla="*/ 482 w 649"/>
                <a:gd name="T19" fmla="*/ 129 h 268"/>
                <a:gd name="T20" fmla="*/ 653 w 649"/>
                <a:gd name="T21" fmla="*/ 116 h 268"/>
                <a:gd name="T22" fmla="*/ 653 w 649"/>
                <a:gd name="T23" fmla="*/ 91 h 268"/>
                <a:gd name="T24" fmla="*/ 510 w 649"/>
                <a:gd name="T25" fmla="*/ 89 h 268"/>
                <a:gd name="T26" fmla="*/ 371 w 649"/>
                <a:gd name="T27" fmla="*/ 75 h 268"/>
                <a:gd name="T28" fmla="*/ 355 w 649"/>
                <a:gd name="T29" fmla="*/ 0 h 2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49" h="268">
                  <a:moveTo>
                    <a:pt x="281" y="11"/>
                  </a:moveTo>
                  <a:cubicBezTo>
                    <a:pt x="281" y="11"/>
                    <a:pt x="337" y="154"/>
                    <a:pt x="16" y="118"/>
                  </a:cubicBezTo>
                  <a:cubicBezTo>
                    <a:pt x="16" y="118"/>
                    <a:pt x="0" y="137"/>
                    <a:pt x="14" y="151"/>
                  </a:cubicBezTo>
                  <a:cubicBezTo>
                    <a:pt x="14" y="151"/>
                    <a:pt x="99" y="162"/>
                    <a:pt x="151" y="154"/>
                  </a:cubicBezTo>
                  <a:cubicBezTo>
                    <a:pt x="151" y="154"/>
                    <a:pt x="84" y="192"/>
                    <a:pt x="67" y="251"/>
                  </a:cubicBezTo>
                  <a:cubicBezTo>
                    <a:pt x="67" y="251"/>
                    <a:pt x="68" y="268"/>
                    <a:pt x="83" y="264"/>
                  </a:cubicBezTo>
                  <a:cubicBezTo>
                    <a:pt x="83" y="264"/>
                    <a:pt x="116" y="188"/>
                    <a:pt x="184" y="164"/>
                  </a:cubicBezTo>
                  <a:cubicBezTo>
                    <a:pt x="253" y="140"/>
                    <a:pt x="284" y="134"/>
                    <a:pt x="311" y="97"/>
                  </a:cubicBezTo>
                  <a:cubicBezTo>
                    <a:pt x="311" y="97"/>
                    <a:pt x="316" y="78"/>
                    <a:pt x="357" y="116"/>
                  </a:cubicBezTo>
                  <a:cubicBezTo>
                    <a:pt x="399" y="154"/>
                    <a:pt x="429" y="142"/>
                    <a:pt x="470" y="126"/>
                  </a:cubicBezTo>
                  <a:cubicBezTo>
                    <a:pt x="511" y="110"/>
                    <a:pt x="562" y="83"/>
                    <a:pt x="635" y="113"/>
                  </a:cubicBezTo>
                  <a:cubicBezTo>
                    <a:pt x="635" y="113"/>
                    <a:pt x="649" y="105"/>
                    <a:pt x="635" y="88"/>
                  </a:cubicBezTo>
                  <a:cubicBezTo>
                    <a:pt x="635" y="88"/>
                    <a:pt x="572" y="62"/>
                    <a:pt x="495" y="86"/>
                  </a:cubicBezTo>
                  <a:cubicBezTo>
                    <a:pt x="419" y="110"/>
                    <a:pt x="395" y="127"/>
                    <a:pt x="362" y="72"/>
                  </a:cubicBezTo>
                  <a:cubicBezTo>
                    <a:pt x="329" y="16"/>
                    <a:pt x="346" y="0"/>
                    <a:pt x="346" y="0"/>
                  </a:cubicBezTo>
                </a:path>
              </a:pathLst>
            </a:custGeom>
            <a:noFill/>
            <a:ln w="7938" cap="flat">
              <a:solidFill>
                <a:srgbClr val="8E342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EF97C5A5-11E7-F113-A02D-9123A5608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367"/>
              <a:ext cx="25" cy="87"/>
            </a:xfrm>
            <a:custGeom>
              <a:avLst/>
              <a:gdLst>
                <a:gd name="T0" fmla="*/ 2 w 24"/>
                <a:gd name="T1" fmla="*/ 10 h 87"/>
                <a:gd name="T2" fmla="*/ 2 w 24"/>
                <a:gd name="T3" fmla="*/ 10 h 87"/>
                <a:gd name="T4" fmla="*/ 20 w 24"/>
                <a:gd name="T5" fmla="*/ 38 h 87"/>
                <a:gd name="T6" fmla="*/ 0 w 24"/>
                <a:gd name="T7" fmla="*/ 87 h 87"/>
                <a:gd name="T8" fmla="*/ 23 w 24"/>
                <a:gd name="T9" fmla="*/ 27 h 87"/>
                <a:gd name="T10" fmla="*/ 17 w 24"/>
                <a:gd name="T11" fmla="*/ 9 h 87"/>
                <a:gd name="T12" fmla="*/ 8 w 24"/>
                <a:gd name="T13" fmla="*/ 6 h 87"/>
                <a:gd name="T14" fmla="*/ 5 w 24"/>
                <a:gd name="T15" fmla="*/ 1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87">
                  <a:moveTo>
                    <a:pt x="2" y="10"/>
                  </a:moveTo>
                  <a:cubicBezTo>
                    <a:pt x="2" y="10"/>
                    <a:pt x="2" y="12"/>
                    <a:pt x="2" y="10"/>
                  </a:cubicBezTo>
                  <a:cubicBezTo>
                    <a:pt x="12" y="0"/>
                    <a:pt x="17" y="34"/>
                    <a:pt x="17" y="38"/>
                  </a:cubicBezTo>
                  <a:cubicBezTo>
                    <a:pt x="18" y="55"/>
                    <a:pt x="11" y="73"/>
                    <a:pt x="0" y="87"/>
                  </a:cubicBezTo>
                  <a:cubicBezTo>
                    <a:pt x="17" y="72"/>
                    <a:pt x="24" y="50"/>
                    <a:pt x="20" y="27"/>
                  </a:cubicBezTo>
                  <a:cubicBezTo>
                    <a:pt x="19" y="21"/>
                    <a:pt x="18" y="14"/>
                    <a:pt x="14" y="9"/>
                  </a:cubicBezTo>
                  <a:cubicBezTo>
                    <a:pt x="13" y="7"/>
                    <a:pt x="11" y="6"/>
                    <a:pt x="8" y="6"/>
                  </a:cubicBezTo>
                  <a:cubicBezTo>
                    <a:pt x="5" y="6"/>
                    <a:pt x="1" y="10"/>
                    <a:pt x="5" y="10"/>
                  </a:cubicBezTo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6">
              <a:extLst>
                <a:ext uri="{FF2B5EF4-FFF2-40B4-BE49-F238E27FC236}">
                  <a16:creationId xmlns:a16="http://schemas.microsoft.com/office/drawing/2014/main" id="{B2754631-92E8-D45E-E692-8B6DBA44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2434"/>
              <a:ext cx="35" cy="18"/>
            </a:xfrm>
            <a:custGeom>
              <a:avLst/>
              <a:gdLst>
                <a:gd name="T0" fmla="*/ 0 w 35"/>
                <a:gd name="T1" fmla="*/ 18 h 18"/>
                <a:gd name="T2" fmla="*/ 18 w 35"/>
                <a:gd name="T3" fmla="*/ 7 h 18"/>
                <a:gd name="T4" fmla="*/ 35 w 35"/>
                <a:gd name="T5" fmla="*/ 15 h 18"/>
                <a:gd name="T6" fmla="*/ 3 w 35"/>
                <a:gd name="T7" fmla="*/ 1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8">
                  <a:moveTo>
                    <a:pt x="0" y="18"/>
                  </a:moveTo>
                  <a:cubicBezTo>
                    <a:pt x="5" y="12"/>
                    <a:pt x="10" y="7"/>
                    <a:pt x="18" y="7"/>
                  </a:cubicBezTo>
                  <a:cubicBezTo>
                    <a:pt x="25" y="8"/>
                    <a:pt x="30" y="11"/>
                    <a:pt x="35" y="15"/>
                  </a:cubicBezTo>
                  <a:cubicBezTo>
                    <a:pt x="30" y="2"/>
                    <a:pt x="7" y="0"/>
                    <a:pt x="3" y="15"/>
                  </a:cubicBezTo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27">
              <a:extLst>
                <a:ext uri="{FF2B5EF4-FFF2-40B4-BE49-F238E27FC236}">
                  <a16:creationId xmlns:a16="http://schemas.microsoft.com/office/drawing/2014/main" id="{2A5D7B01-FA98-1A61-14A1-C1B9C011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803"/>
              <a:ext cx="127" cy="245"/>
            </a:xfrm>
            <a:custGeom>
              <a:avLst/>
              <a:gdLst>
                <a:gd name="T0" fmla="*/ 129 w 126"/>
                <a:gd name="T1" fmla="*/ 0 h 243"/>
                <a:gd name="T2" fmla="*/ 0 w 126"/>
                <a:gd name="T3" fmla="*/ 249 h 243"/>
                <a:gd name="T4" fmla="*/ 129 w 126"/>
                <a:gd name="T5" fmla="*/ 0 h 2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243">
                  <a:moveTo>
                    <a:pt x="126" y="0"/>
                  </a:moveTo>
                  <a:cubicBezTo>
                    <a:pt x="126" y="0"/>
                    <a:pt x="45" y="108"/>
                    <a:pt x="0" y="243"/>
                  </a:cubicBezTo>
                  <a:cubicBezTo>
                    <a:pt x="0" y="243"/>
                    <a:pt x="76" y="61"/>
                    <a:pt x="126" y="0"/>
                  </a:cubicBezTo>
                  <a:close/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8">
              <a:extLst>
                <a:ext uri="{FF2B5EF4-FFF2-40B4-BE49-F238E27FC236}">
                  <a16:creationId xmlns:a16="http://schemas.microsoft.com/office/drawing/2014/main" id="{ECFE50C3-54E1-A4E3-63B2-C7789A6AF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2812"/>
              <a:ext cx="120" cy="230"/>
            </a:xfrm>
            <a:custGeom>
              <a:avLst/>
              <a:gdLst>
                <a:gd name="T0" fmla="*/ 0 w 119"/>
                <a:gd name="T1" fmla="*/ 0 h 228"/>
                <a:gd name="T2" fmla="*/ 122 w 119"/>
                <a:gd name="T3" fmla="*/ 234 h 228"/>
                <a:gd name="T4" fmla="*/ 0 w 119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228">
                  <a:moveTo>
                    <a:pt x="0" y="0"/>
                  </a:moveTo>
                  <a:cubicBezTo>
                    <a:pt x="0" y="0"/>
                    <a:pt x="96" y="145"/>
                    <a:pt x="119" y="228"/>
                  </a:cubicBezTo>
                  <a:cubicBezTo>
                    <a:pt x="119" y="228"/>
                    <a:pt x="26" y="30"/>
                    <a:pt x="0" y="0"/>
                  </a:cubicBezTo>
                  <a:close/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9">
              <a:extLst>
                <a:ext uri="{FF2B5EF4-FFF2-40B4-BE49-F238E27FC236}">
                  <a16:creationId xmlns:a16="http://schemas.microsoft.com/office/drawing/2014/main" id="{A329BC18-86A2-6546-C9D9-CB66C77D8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3048"/>
              <a:ext cx="80" cy="74"/>
            </a:xfrm>
            <a:custGeom>
              <a:avLst/>
              <a:gdLst>
                <a:gd name="T0" fmla="*/ 82 w 79"/>
                <a:gd name="T1" fmla="*/ 69 h 74"/>
                <a:gd name="T2" fmla="*/ 0 w 79"/>
                <a:gd name="T3" fmla="*/ 0 h 74"/>
                <a:gd name="T4" fmla="*/ 82 w 79"/>
                <a:gd name="T5" fmla="*/ 69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74">
                  <a:moveTo>
                    <a:pt x="79" y="69"/>
                  </a:moveTo>
                  <a:cubicBezTo>
                    <a:pt x="79" y="69"/>
                    <a:pt x="21" y="74"/>
                    <a:pt x="0" y="0"/>
                  </a:cubicBezTo>
                  <a:cubicBezTo>
                    <a:pt x="0" y="0"/>
                    <a:pt x="1" y="69"/>
                    <a:pt x="79" y="69"/>
                  </a:cubicBezTo>
                  <a:close/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0">
              <a:extLst>
                <a:ext uri="{FF2B5EF4-FFF2-40B4-BE49-F238E27FC236}">
                  <a16:creationId xmlns:a16="http://schemas.microsoft.com/office/drawing/2014/main" id="{7D1AFA4E-9F0A-6886-7356-B61436DC9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539"/>
              <a:ext cx="75" cy="127"/>
            </a:xfrm>
            <a:custGeom>
              <a:avLst/>
              <a:gdLst>
                <a:gd name="T0" fmla="*/ 68 w 74"/>
                <a:gd name="T1" fmla="*/ 129 h 126"/>
                <a:gd name="T2" fmla="*/ 77 w 74"/>
                <a:gd name="T3" fmla="*/ 0 h 126"/>
                <a:gd name="T4" fmla="*/ 68 w 74"/>
                <a:gd name="T5" fmla="*/ 129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" h="126">
                  <a:moveTo>
                    <a:pt x="65" y="126"/>
                  </a:moveTo>
                  <a:cubicBezTo>
                    <a:pt x="65" y="126"/>
                    <a:pt x="19" y="53"/>
                    <a:pt x="74" y="0"/>
                  </a:cubicBezTo>
                  <a:cubicBezTo>
                    <a:pt x="74" y="0"/>
                    <a:pt x="0" y="38"/>
                    <a:pt x="65" y="126"/>
                  </a:cubicBezTo>
                  <a:close/>
                </a:path>
              </a:pathLst>
            </a:custGeom>
            <a:solidFill>
              <a:srgbClr val="EC9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1">
              <a:extLst>
                <a:ext uri="{FF2B5EF4-FFF2-40B4-BE49-F238E27FC236}">
                  <a16:creationId xmlns:a16="http://schemas.microsoft.com/office/drawing/2014/main" id="{80D6564F-0CFD-38C3-9489-AF895026C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1276"/>
              <a:ext cx="64" cy="99"/>
            </a:xfrm>
            <a:custGeom>
              <a:avLst/>
              <a:gdLst>
                <a:gd name="T0" fmla="*/ 64 w 64"/>
                <a:gd name="T1" fmla="*/ 0 h 98"/>
                <a:gd name="T2" fmla="*/ 45 w 64"/>
                <a:gd name="T3" fmla="*/ 101 h 98"/>
                <a:gd name="T4" fmla="*/ 64 w 64"/>
                <a:gd name="T5" fmla="*/ 0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98">
                  <a:moveTo>
                    <a:pt x="64" y="0"/>
                  </a:moveTo>
                  <a:cubicBezTo>
                    <a:pt x="64" y="0"/>
                    <a:pt x="17" y="50"/>
                    <a:pt x="45" y="98"/>
                  </a:cubicBezTo>
                  <a:cubicBezTo>
                    <a:pt x="45" y="98"/>
                    <a:pt x="0" y="51"/>
                    <a:pt x="64" y="0"/>
                  </a:cubicBezTo>
                  <a:close/>
                </a:path>
              </a:pathLst>
            </a:custGeom>
            <a:solidFill>
              <a:srgbClr val="EFB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2">
              <a:extLst>
                <a:ext uri="{FF2B5EF4-FFF2-40B4-BE49-F238E27FC236}">
                  <a16:creationId xmlns:a16="http://schemas.microsoft.com/office/drawing/2014/main" id="{1E49C7C7-1349-11A4-FB55-A1184E370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" y="1090"/>
              <a:ext cx="77" cy="7"/>
            </a:xfrm>
            <a:custGeom>
              <a:avLst/>
              <a:gdLst>
                <a:gd name="T0" fmla="*/ 1 w 76"/>
                <a:gd name="T1" fmla="*/ 4 h 7"/>
                <a:gd name="T2" fmla="*/ 0 w 76"/>
                <a:gd name="T3" fmla="*/ 5 h 7"/>
                <a:gd name="T4" fmla="*/ 18 w 76"/>
                <a:gd name="T5" fmla="*/ 2 h 7"/>
                <a:gd name="T6" fmla="*/ 46 w 76"/>
                <a:gd name="T7" fmla="*/ 1 h 7"/>
                <a:gd name="T8" fmla="*/ 79 w 76"/>
                <a:gd name="T9" fmla="*/ 0 h 7"/>
                <a:gd name="T10" fmla="*/ 32 w 76"/>
                <a:gd name="T11" fmla="*/ 4 h 7"/>
                <a:gd name="T12" fmla="*/ 14 w 76"/>
                <a:gd name="T13" fmla="*/ 4 h 7"/>
                <a:gd name="T14" fmla="*/ 1 w 76"/>
                <a:gd name="T15" fmla="*/ 5 h 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7">
                  <a:moveTo>
                    <a:pt x="1" y="4"/>
                  </a:moveTo>
                  <a:cubicBezTo>
                    <a:pt x="0" y="4"/>
                    <a:pt x="0" y="5"/>
                    <a:pt x="0" y="5"/>
                  </a:cubicBezTo>
                  <a:cubicBezTo>
                    <a:pt x="6" y="5"/>
                    <a:pt x="12" y="2"/>
                    <a:pt x="18" y="2"/>
                  </a:cubicBezTo>
                  <a:cubicBezTo>
                    <a:pt x="26" y="1"/>
                    <a:pt x="35" y="1"/>
                    <a:pt x="43" y="1"/>
                  </a:cubicBezTo>
                  <a:cubicBezTo>
                    <a:pt x="53" y="1"/>
                    <a:pt x="66" y="6"/>
                    <a:pt x="76" y="0"/>
                  </a:cubicBezTo>
                  <a:cubicBezTo>
                    <a:pt x="63" y="7"/>
                    <a:pt x="47" y="5"/>
                    <a:pt x="32" y="4"/>
                  </a:cubicBezTo>
                  <a:cubicBezTo>
                    <a:pt x="26" y="4"/>
                    <a:pt x="20" y="4"/>
                    <a:pt x="14" y="4"/>
                  </a:cubicBezTo>
                  <a:cubicBezTo>
                    <a:pt x="10" y="4"/>
                    <a:pt x="3" y="6"/>
                    <a:pt x="1" y="5"/>
                  </a:cubicBezTo>
                </a:path>
              </a:pathLst>
            </a:custGeom>
            <a:solidFill>
              <a:srgbClr val="EFB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3">
              <a:extLst>
                <a:ext uri="{FF2B5EF4-FFF2-40B4-BE49-F238E27FC236}">
                  <a16:creationId xmlns:a16="http://schemas.microsoft.com/office/drawing/2014/main" id="{12296A69-2353-39C1-A87C-BE3B2C10A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" y="1076"/>
              <a:ext cx="9" cy="15"/>
            </a:xfrm>
            <a:custGeom>
              <a:avLst/>
              <a:gdLst>
                <a:gd name="T0" fmla="*/ 3 w 9"/>
                <a:gd name="T1" fmla="*/ 1 h 15"/>
                <a:gd name="T2" fmla="*/ 9 w 9"/>
                <a:gd name="T3" fmla="*/ 11 h 15"/>
                <a:gd name="T4" fmla="*/ 2 w 9"/>
                <a:gd name="T5" fmla="*/ 12 h 15"/>
                <a:gd name="T6" fmla="*/ 2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3" y="1"/>
                  </a:moveTo>
                  <a:cubicBezTo>
                    <a:pt x="0" y="2"/>
                    <a:pt x="3" y="13"/>
                    <a:pt x="9" y="11"/>
                  </a:cubicBezTo>
                  <a:cubicBezTo>
                    <a:pt x="6" y="12"/>
                    <a:pt x="4" y="15"/>
                    <a:pt x="2" y="12"/>
                  </a:cubicBezTo>
                  <a:cubicBezTo>
                    <a:pt x="0" y="9"/>
                    <a:pt x="1" y="3"/>
                    <a:pt x="2" y="0"/>
                  </a:cubicBezTo>
                </a:path>
              </a:pathLst>
            </a:custGeom>
            <a:solidFill>
              <a:srgbClr val="EFB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FE3AB-9925-E088-A5F5-41CB107409B2}"/>
              </a:ext>
            </a:extLst>
          </p:cNvPr>
          <p:cNvSpPr txBox="1"/>
          <p:nvPr/>
        </p:nvSpPr>
        <p:spPr>
          <a:xfrm>
            <a:off x="0" y="169383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9186F-4D7B-46B8-B7B1-EBD57458E760}"/>
              </a:ext>
            </a:extLst>
          </p:cNvPr>
          <p:cNvSpPr txBox="1"/>
          <p:nvPr/>
        </p:nvSpPr>
        <p:spPr>
          <a:xfrm>
            <a:off x="3428401" y="169383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2A65C-627C-99A8-A783-263CE158526E}"/>
              </a:ext>
            </a:extLst>
          </p:cNvPr>
          <p:cNvSpPr txBox="1"/>
          <p:nvPr/>
        </p:nvSpPr>
        <p:spPr>
          <a:xfrm>
            <a:off x="-1" y="1426661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C70344-A50E-F219-92E0-0DF3727F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9" y="444033"/>
            <a:ext cx="2806700" cy="774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6CBB73-DD0B-172F-0613-090FE72E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50" y="437250"/>
            <a:ext cx="41275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CCE8D3-B68C-E322-3688-FDE50EB5E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9" y="1626716"/>
            <a:ext cx="3124200" cy="323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7AE393-2277-FD23-A376-4BD5B977D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78" y="5203782"/>
            <a:ext cx="2768600" cy="1701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FAE600-73C5-14FB-CF77-9CD3D3CD4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379" y="1626716"/>
            <a:ext cx="3124200" cy="3238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DFEDAE-EBA5-8309-697C-8D1BB9A7A84A}"/>
              </a:ext>
            </a:extLst>
          </p:cNvPr>
          <p:cNvSpPr txBox="1"/>
          <p:nvPr/>
        </p:nvSpPr>
        <p:spPr>
          <a:xfrm>
            <a:off x="4214379" y="1414281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3EAEB6-A265-5EA3-8475-98244340E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229" y="5233042"/>
            <a:ext cx="2730500" cy="1549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B102E12-8BD3-44FA-BE1D-E3502B67ADA4}"/>
              </a:ext>
            </a:extLst>
          </p:cNvPr>
          <p:cNvSpPr txBox="1"/>
          <p:nvPr/>
        </p:nvSpPr>
        <p:spPr>
          <a:xfrm>
            <a:off x="394703" y="5032987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0BC86-F6A4-67AC-48B7-2541FBE97955}"/>
              </a:ext>
            </a:extLst>
          </p:cNvPr>
          <p:cNvSpPr txBox="1"/>
          <p:nvPr/>
        </p:nvSpPr>
        <p:spPr>
          <a:xfrm>
            <a:off x="4214378" y="5032987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89193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FE3AB-9925-E088-A5F5-41CB107409B2}"/>
              </a:ext>
            </a:extLst>
          </p:cNvPr>
          <p:cNvSpPr txBox="1"/>
          <p:nvPr/>
        </p:nvSpPr>
        <p:spPr>
          <a:xfrm>
            <a:off x="-1564" y="10513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9186F-4D7B-46B8-B7B1-EBD57458E760}"/>
              </a:ext>
            </a:extLst>
          </p:cNvPr>
          <p:cNvSpPr txBox="1"/>
          <p:nvPr/>
        </p:nvSpPr>
        <p:spPr>
          <a:xfrm>
            <a:off x="3181374" y="10513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2A65C-627C-99A8-A783-263CE158526E}"/>
              </a:ext>
            </a:extLst>
          </p:cNvPr>
          <p:cNvSpPr txBox="1"/>
          <p:nvPr/>
        </p:nvSpPr>
        <p:spPr>
          <a:xfrm>
            <a:off x="18474" y="2180932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C70344-A50E-F219-92E0-0DF3727F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237" y="172379"/>
            <a:ext cx="2806700" cy="774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6CBB73-DD0B-172F-0613-090FE72E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50" y="1166815"/>
            <a:ext cx="41275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CCE8D3-B68C-E322-3688-FDE50EB5E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" y="2380987"/>
            <a:ext cx="3124200" cy="323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7AE393-2277-FD23-A376-4BD5B977D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53" y="5958053"/>
            <a:ext cx="2768600" cy="1701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FAE600-73C5-14FB-CF77-9CD3D3CD4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854" y="2380987"/>
            <a:ext cx="3124200" cy="3238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DFEDAE-EBA5-8309-697C-8D1BB9A7A84A}"/>
              </a:ext>
            </a:extLst>
          </p:cNvPr>
          <p:cNvSpPr txBox="1"/>
          <p:nvPr/>
        </p:nvSpPr>
        <p:spPr>
          <a:xfrm>
            <a:off x="4232854" y="2168552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3EAEB6-A265-5EA3-8475-98244340E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704" y="5987313"/>
            <a:ext cx="2730500" cy="1549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B102E12-8BD3-44FA-BE1D-E3502B67ADA4}"/>
              </a:ext>
            </a:extLst>
          </p:cNvPr>
          <p:cNvSpPr txBox="1"/>
          <p:nvPr/>
        </p:nvSpPr>
        <p:spPr>
          <a:xfrm>
            <a:off x="413178" y="578725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0BC86-F6A4-67AC-48B7-2541FBE97955}"/>
              </a:ext>
            </a:extLst>
          </p:cNvPr>
          <p:cNvSpPr txBox="1"/>
          <p:nvPr/>
        </p:nvSpPr>
        <p:spPr>
          <a:xfrm>
            <a:off x="4232853" y="578725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BA140D6-BF8F-7B34-81FF-F442A3476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218995"/>
              </p:ext>
            </p:extLst>
          </p:nvPr>
        </p:nvGraphicFramePr>
        <p:xfrm>
          <a:off x="135949" y="422224"/>
          <a:ext cx="2825330" cy="81280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324026">
                  <a:extLst>
                    <a:ext uri="{9D8B030D-6E8A-4147-A177-3AD203B41FA5}">
                      <a16:colId xmlns:a16="http://schemas.microsoft.com/office/drawing/2014/main" val="51479684"/>
                    </a:ext>
                  </a:extLst>
                </a:gridCol>
                <a:gridCol w="406781">
                  <a:extLst>
                    <a:ext uri="{9D8B030D-6E8A-4147-A177-3AD203B41FA5}">
                      <a16:colId xmlns:a16="http://schemas.microsoft.com/office/drawing/2014/main" val="257701363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026688907"/>
                    </a:ext>
                  </a:extLst>
                </a:gridCol>
                <a:gridCol w="398585">
                  <a:extLst>
                    <a:ext uri="{9D8B030D-6E8A-4147-A177-3AD203B41FA5}">
                      <a16:colId xmlns:a16="http://schemas.microsoft.com/office/drawing/2014/main" val="1616633554"/>
                    </a:ext>
                  </a:extLst>
                </a:gridCol>
                <a:gridCol w="414215">
                  <a:extLst>
                    <a:ext uri="{9D8B030D-6E8A-4147-A177-3AD203B41FA5}">
                      <a16:colId xmlns:a16="http://schemas.microsoft.com/office/drawing/2014/main" val="18078268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21544730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198134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2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3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4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5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6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3354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Sex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01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Bmal1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10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Alignment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Aligned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7156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1B804F6-86DD-AEAF-50C6-E5B0B8B393A4}"/>
              </a:ext>
            </a:extLst>
          </p:cNvPr>
          <p:cNvSpPr txBox="1"/>
          <p:nvPr/>
        </p:nvSpPr>
        <p:spPr>
          <a:xfrm>
            <a:off x="3189206" y="963788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7" name="Picture 2" descr="Aorta - Servier Medical Art">
            <a:extLst>
              <a:ext uri="{FF2B5EF4-FFF2-40B4-BE49-F238E27FC236}">
                <a16:creationId xmlns:a16="http://schemas.microsoft.com/office/drawing/2014/main" id="{6E33E750-5813-B95B-A026-1D967556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25" y="1435079"/>
            <a:ext cx="109289" cy="38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ree Pictures Of Mouse, Download Free Pictures Of Mouse png images, Free  ClipArts on Clipart Library">
            <a:extLst>
              <a:ext uri="{FF2B5EF4-FFF2-40B4-BE49-F238E27FC236}">
                <a16:creationId xmlns:a16="http://schemas.microsoft.com/office/drawing/2014/main" id="{1046E2DC-B292-646E-8290-2ABB4E6F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7" y="1532567"/>
            <a:ext cx="239361" cy="23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CEE485-211E-DB95-26EC-AA3B8B97A321}"/>
              </a:ext>
            </a:extLst>
          </p:cNvPr>
          <p:cNvSpPr txBox="1"/>
          <p:nvPr/>
        </p:nvSpPr>
        <p:spPr>
          <a:xfrm>
            <a:off x="-79792" y="1852636"/>
            <a:ext cx="850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Mice sacrificed at ZT0, 6, 12,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EDDF0-1153-2B75-6815-1A8C2ED97FBA}"/>
              </a:ext>
            </a:extLst>
          </p:cNvPr>
          <p:cNvSpPr txBox="1"/>
          <p:nvPr/>
        </p:nvSpPr>
        <p:spPr>
          <a:xfrm>
            <a:off x="984989" y="1852635"/>
            <a:ext cx="1017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Whole aorta dissection and cell dissociation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E43ED-927E-F291-56C3-856C3A4AC22E}"/>
              </a:ext>
            </a:extLst>
          </p:cNvPr>
          <p:cNvSpPr txBox="1"/>
          <p:nvPr/>
        </p:nvSpPr>
        <p:spPr>
          <a:xfrm>
            <a:off x="2231997" y="1852635"/>
            <a:ext cx="850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Single-cell RNA-sequencing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4CDE4-E0AD-783C-51F8-7C669C335AA0}"/>
              </a:ext>
            </a:extLst>
          </p:cNvPr>
          <p:cNvSpPr/>
          <p:nvPr/>
        </p:nvSpPr>
        <p:spPr>
          <a:xfrm>
            <a:off x="77211" y="405221"/>
            <a:ext cx="2884068" cy="94597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6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FE3AB-9925-E088-A5F5-41CB107409B2}"/>
              </a:ext>
            </a:extLst>
          </p:cNvPr>
          <p:cNvSpPr txBox="1"/>
          <p:nvPr/>
        </p:nvSpPr>
        <p:spPr>
          <a:xfrm>
            <a:off x="0" y="6037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9186F-4D7B-46B8-B7B1-EBD57458E760}"/>
              </a:ext>
            </a:extLst>
          </p:cNvPr>
          <p:cNvSpPr txBox="1"/>
          <p:nvPr/>
        </p:nvSpPr>
        <p:spPr>
          <a:xfrm>
            <a:off x="3263762" y="6037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2A65C-627C-99A8-A783-263CE158526E}"/>
              </a:ext>
            </a:extLst>
          </p:cNvPr>
          <p:cNvSpPr txBox="1"/>
          <p:nvPr/>
        </p:nvSpPr>
        <p:spPr>
          <a:xfrm>
            <a:off x="750276" y="126331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C70344-A50E-F219-92E0-0DF3727F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499" y="297716"/>
            <a:ext cx="2806700" cy="774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6CBB73-DD0B-172F-0613-090FE72E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05" y="1463370"/>
            <a:ext cx="4127500" cy="7747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D9B7F9-AF11-3C4E-46AC-0F53E94E0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249997"/>
              </p:ext>
            </p:extLst>
          </p:nvPr>
        </p:nvGraphicFramePr>
        <p:xfrm>
          <a:off x="47625" y="259616"/>
          <a:ext cx="2825330" cy="81280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324026">
                  <a:extLst>
                    <a:ext uri="{9D8B030D-6E8A-4147-A177-3AD203B41FA5}">
                      <a16:colId xmlns:a16="http://schemas.microsoft.com/office/drawing/2014/main" val="51479684"/>
                    </a:ext>
                  </a:extLst>
                </a:gridCol>
                <a:gridCol w="406781">
                  <a:extLst>
                    <a:ext uri="{9D8B030D-6E8A-4147-A177-3AD203B41FA5}">
                      <a16:colId xmlns:a16="http://schemas.microsoft.com/office/drawing/2014/main" val="257701363"/>
                    </a:ext>
                  </a:extLst>
                </a:gridCol>
                <a:gridCol w="422031">
                  <a:extLst>
                    <a:ext uri="{9D8B030D-6E8A-4147-A177-3AD203B41FA5}">
                      <a16:colId xmlns:a16="http://schemas.microsoft.com/office/drawing/2014/main" val="3026688907"/>
                    </a:ext>
                  </a:extLst>
                </a:gridCol>
                <a:gridCol w="398585">
                  <a:extLst>
                    <a:ext uri="{9D8B030D-6E8A-4147-A177-3AD203B41FA5}">
                      <a16:colId xmlns:a16="http://schemas.microsoft.com/office/drawing/2014/main" val="1616633554"/>
                    </a:ext>
                  </a:extLst>
                </a:gridCol>
                <a:gridCol w="414215">
                  <a:extLst>
                    <a:ext uri="{9D8B030D-6E8A-4147-A177-3AD203B41FA5}">
                      <a16:colId xmlns:a16="http://schemas.microsoft.com/office/drawing/2014/main" val="18078268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2154473089"/>
                    </a:ext>
                  </a:extLst>
                </a:gridCol>
                <a:gridCol w="429846">
                  <a:extLst>
                    <a:ext uri="{9D8B030D-6E8A-4147-A177-3AD203B41FA5}">
                      <a16:colId xmlns:a16="http://schemas.microsoft.com/office/drawing/2014/main" val="198134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2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3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4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5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Condition 6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3354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Sex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Female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01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Bmal1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 err="1">
                          <a:effectLst/>
                        </a:rPr>
                        <a:t>iKO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WT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10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u="none" strike="noStrike" dirty="0">
                          <a:effectLst/>
                        </a:rPr>
                        <a:t>Alignment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Aligned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 dirty="0">
                          <a:effectLst/>
                        </a:rPr>
                        <a:t>Misaligned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7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9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34DE-DAB0-17E6-747C-9646377D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9E6C07-7902-9D03-32E6-53F87DD0B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036143"/>
              </p:ext>
            </p:extLst>
          </p:nvPr>
        </p:nvGraphicFramePr>
        <p:xfrm>
          <a:off x="520700" y="2646363"/>
          <a:ext cx="2387495" cy="60960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775107119"/>
                    </a:ext>
                  </a:extLst>
                </a:gridCol>
                <a:gridCol w="492161">
                  <a:extLst>
                    <a:ext uri="{9D8B030D-6E8A-4147-A177-3AD203B41FA5}">
                      <a16:colId xmlns:a16="http://schemas.microsoft.com/office/drawing/2014/main" val="2211421368"/>
                    </a:ext>
                  </a:extLst>
                </a:gridCol>
                <a:gridCol w="547511">
                  <a:extLst>
                    <a:ext uri="{9D8B030D-6E8A-4147-A177-3AD203B41FA5}">
                      <a16:colId xmlns:a16="http://schemas.microsoft.com/office/drawing/2014/main" val="144400912"/>
                    </a:ext>
                  </a:extLst>
                </a:gridCol>
                <a:gridCol w="462845">
                  <a:extLst>
                    <a:ext uri="{9D8B030D-6E8A-4147-A177-3AD203B41FA5}">
                      <a16:colId xmlns:a16="http://schemas.microsoft.com/office/drawing/2014/main" val="3506582016"/>
                    </a:ext>
                  </a:extLst>
                </a:gridCol>
                <a:gridCol w="474133">
                  <a:extLst>
                    <a:ext uri="{9D8B030D-6E8A-4147-A177-3AD203B41FA5}">
                      <a16:colId xmlns:a16="http://schemas.microsoft.com/office/drawing/2014/main" val="253050262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1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2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3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4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313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Sex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Female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Female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196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Alignment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Aligned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Misaligned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Misaligned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4414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85609-B621-D777-4250-58FDB21D6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752525"/>
              </p:ext>
            </p:extLst>
          </p:nvPr>
        </p:nvGraphicFramePr>
        <p:xfrm>
          <a:off x="58736" y="303616"/>
          <a:ext cx="3380917" cy="81280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51479684"/>
                    </a:ext>
                  </a:extLst>
                </a:gridCol>
                <a:gridCol w="492161">
                  <a:extLst>
                    <a:ext uri="{9D8B030D-6E8A-4147-A177-3AD203B41FA5}">
                      <a16:colId xmlns:a16="http://schemas.microsoft.com/office/drawing/2014/main" val="257701363"/>
                    </a:ext>
                  </a:extLst>
                </a:gridCol>
                <a:gridCol w="547511">
                  <a:extLst>
                    <a:ext uri="{9D8B030D-6E8A-4147-A177-3AD203B41FA5}">
                      <a16:colId xmlns:a16="http://schemas.microsoft.com/office/drawing/2014/main" val="3026688907"/>
                    </a:ext>
                  </a:extLst>
                </a:gridCol>
                <a:gridCol w="513645">
                  <a:extLst>
                    <a:ext uri="{9D8B030D-6E8A-4147-A177-3AD203B41FA5}">
                      <a16:colId xmlns:a16="http://schemas.microsoft.com/office/drawing/2014/main" val="1616633554"/>
                    </a:ext>
                  </a:extLst>
                </a:gridCol>
                <a:gridCol w="479777">
                  <a:extLst>
                    <a:ext uri="{9D8B030D-6E8A-4147-A177-3AD203B41FA5}">
                      <a16:colId xmlns:a16="http://schemas.microsoft.com/office/drawing/2014/main" val="1807826889"/>
                    </a:ext>
                  </a:extLst>
                </a:gridCol>
                <a:gridCol w="462845">
                  <a:extLst>
                    <a:ext uri="{9D8B030D-6E8A-4147-A177-3AD203B41FA5}">
                      <a16:colId xmlns:a16="http://schemas.microsoft.com/office/drawing/2014/main" val="2154473089"/>
                    </a:ext>
                  </a:extLst>
                </a:gridCol>
                <a:gridCol w="474133">
                  <a:extLst>
                    <a:ext uri="{9D8B030D-6E8A-4147-A177-3AD203B41FA5}">
                      <a16:colId xmlns:a16="http://schemas.microsoft.com/office/drawing/2014/main" val="19813470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1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2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3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4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5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Condition 6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3354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Sex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Female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Female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Female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01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Bmal1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WT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WT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effectLst/>
                        </a:rPr>
                        <a:t>iKO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effectLst/>
                        </a:rPr>
                        <a:t>iKO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WT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WT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10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Alignment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Aligned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Misaligned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Misaligned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27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98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9215E43E-872C-2115-5275-3208A9CED3FB}"/>
              </a:ext>
            </a:extLst>
          </p:cNvPr>
          <p:cNvSpPr txBox="1"/>
          <p:nvPr/>
        </p:nvSpPr>
        <p:spPr>
          <a:xfrm>
            <a:off x="867162" y="325955"/>
            <a:ext cx="400240" cy="266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7" dirty="0"/>
              <a:t>. . 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AE9121-04AA-5A56-7EBA-365252E16444}"/>
              </a:ext>
            </a:extLst>
          </p:cNvPr>
          <p:cNvSpPr/>
          <p:nvPr/>
        </p:nvSpPr>
        <p:spPr>
          <a:xfrm>
            <a:off x="1603623" y="444460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71117D-B63D-7790-6B78-60BDEDF334FE}"/>
              </a:ext>
            </a:extLst>
          </p:cNvPr>
          <p:cNvCxnSpPr>
            <a:cxnSpLocks/>
          </p:cNvCxnSpPr>
          <p:nvPr/>
        </p:nvCxnSpPr>
        <p:spPr>
          <a:xfrm flipV="1">
            <a:off x="2004192" y="570345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ight Bracket 41">
            <a:extLst>
              <a:ext uri="{FF2B5EF4-FFF2-40B4-BE49-F238E27FC236}">
                <a16:creationId xmlns:a16="http://schemas.microsoft.com/office/drawing/2014/main" id="{374451C6-42AD-BF22-E685-7CD34F51817C}"/>
              </a:ext>
            </a:extLst>
          </p:cNvPr>
          <p:cNvSpPr/>
          <p:nvPr/>
        </p:nvSpPr>
        <p:spPr>
          <a:xfrm rot="16200000">
            <a:off x="1005161" y="-599384"/>
            <a:ext cx="98718" cy="1899343"/>
          </a:xfrm>
          <a:prstGeom prst="righ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A907F5-C0A2-AF72-DE35-736F49CF5BA1}"/>
              </a:ext>
            </a:extLst>
          </p:cNvPr>
          <p:cNvSpPr txBox="1"/>
          <p:nvPr/>
        </p:nvSpPr>
        <p:spPr>
          <a:xfrm>
            <a:off x="170433" y="125381"/>
            <a:ext cx="23539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2-week entrainment to 12:12 light-dark cycle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122265E-5999-6826-B090-9B06F6A8B85B}"/>
              </a:ext>
            </a:extLst>
          </p:cNvPr>
          <p:cNvSpPr/>
          <p:nvPr/>
        </p:nvSpPr>
        <p:spPr>
          <a:xfrm>
            <a:off x="1203052" y="444460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BDDE6B-0B92-C36A-AB5C-6EECD1376863}"/>
              </a:ext>
            </a:extLst>
          </p:cNvPr>
          <p:cNvSpPr/>
          <p:nvPr/>
        </p:nvSpPr>
        <p:spPr>
          <a:xfrm>
            <a:off x="493928" y="444460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3DB2DE-FCFB-B507-634D-89FA0E3D4088}"/>
              </a:ext>
            </a:extLst>
          </p:cNvPr>
          <p:cNvSpPr/>
          <p:nvPr/>
        </p:nvSpPr>
        <p:spPr>
          <a:xfrm>
            <a:off x="93357" y="444460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17D42E-6144-61F9-35F1-2896D79E9567}"/>
              </a:ext>
            </a:extLst>
          </p:cNvPr>
          <p:cNvSpPr/>
          <p:nvPr/>
        </p:nvSpPr>
        <p:spPr>
          <a:xfrm>
            <a:off x="2405169" y="444460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8F2B51-7359-C845-4740-3D9462E42E29}"/>
              </a:ext>
            </a:extLst>
          </p:cNvPr>
          <p:cNvSpPr/>
          <p:nvPr/>
        </p:nvSpPr>
        <p:spPr>
          <a:xfrm>
            <a:off x="2004598" y="444460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B45755-19F9-FB3C-E081-49C40D00A090}"/>
              </a:ext>
            </a:extLst>
          </p:cNvPr>
          <p:cNvCxnSpPr>
            <a:cxnSpLocks/>
          </p:cNvCxnSpPr>
          <p:nvPr/>
        </p:nvCxnSpPr>
        <p:spPr>
          <a:xfrm flipV="1">
            <a:off x="2404384" y="573914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AAF2FE0-1ED0-DE50-5FA5-0A53A96839E1}"/>
              </a:ext>
            </a:extLst>
          </p:cNvPr>
          <p:cNvCxnSpPr>
            <a:cxnSpLocks/>
          </p:cNvCxnSpPr>
          <p:nvPr/>
        </p:nvCxnSpPr>
        <p:spPr>
          <a:xfrm flipV="1">
            <a:off x="2605454" y="570345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8E719F5-DA92-F613-71F1-B4FECC6A6443}"/>
              </a:ext>
            </a:extLst>
          </p:cNvPr>
          <p:cNvCxnSpPr>
            <a:cxnSpLocks/>
          </p:cNvCxnSpPr>
          <p:nvPr/>
        </p:nvCxnSpPr>
        <p:spPr>
          <a:xfrm flipV="1">
            <a:off x="2203314" y="570345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3EE587C-896E-0D8E-9979-1D1BA51D6F35}"/>
              </a:ext>
            </a:extLst>
          </p:cNvPr>
          <p:cNvSpPr txBox="1"/>
          <p:nvPr/>
        </p:nvSpPr>
        <p:spPr>
          <a:xfrm>
            <a:off x="1827541" y="694540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B84F63-615A-E262-0A56-2DD11E6DA65D}"/>
              </a:ext>
            </a:extLst>
          </p:cNvPr>
          <p:cNvSpPr txBox="1"/>
          <p:nvPr/>
        </p:nvSpPr>
        <p:spPr>
          <a:xfrm>
            <a:off x="2042277" y="694540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F92759-F152-CE24-9463-854CABE4AF02}"/>
              </a:ext>
            </a:extLst>
          </p:cNvPr>
          <p:cNvSpPr txBox="1"/>
          <p:nvPr/>
        </p:nvSpPr>
        <p:spPr>
          <a:xfrm>
            <a:off x="2223616" y="694521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27C102-FB98-23CC-F5E7-F699C2E7E815}"/>
              </a:ext>
            </a:extLst>
          </p:cNvPr>
          <p:cNvSpPr txBox="1"/>
          <p:nvPr/>
        </p:nvSpPr>
        <p:spPr>
          <a:xfrm>
            <a:off x="2443040" y="694521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ZT18</a:t>
            </a:r>
          </a:p>
        </p:txBody>
      </p:sp>
      <p:sp>
        <p:nvSpPr>
          <p:cNvPr id="61" name="Right Bracket 60">
            <a:extLst>
              <a:ext uri="{FF2B5EF4-FFF2-40B4-BE49-F238E27FC236}">
                <a16:creationId xmlns:a16="http://schemas.microsoft.com/office/drawing/2014/main" id="{A8511001-3DF8-A580-8BA2-F05335C9D76F}"/>
              </a:ext>
            </a:extLst>
          </p:cNvPr>
          <p:cNvSpPr/>
          <p:nvPr/>
        </p:nvSpPr>
        <p:spPr>
          <a:xfrm rot="16200000">
            <a:off x="2363771" y="-45442"/>
            <a:ext cx="97206" cy="792971"/>
          </a:xfrm>
          <a:prstGeom prst="righ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B86152-D700-5301-9D38-6D5B39B7F05E}"/>
              </a:ext>
            </a:extLst>
          </p:cNvPr>
          <p:cNvSpPr txBox="1"/>
          <p:nvPr/>
        </p:nvSpPr>
        <p:spPr>
          <a:xfrm>
            <a:off x="2004192" y="132571"/>
            <a:ext cx="7929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Sample collection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8A1978-6DCC-1B57-83DE-0D8D3D5850C8}"/>
              </a:ext>
            </a:extLst>
          </p:cNvPr>
          <p:cNvSpPr txBox="1"/>
          <p:nvPr/>
        </p:nvSpPr>
        <p:spPr>
          <a:xfrm>
            <a:off x="861392" y="1203160"/>
            <a:ext cx="400240" cy="266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7" dirty="0"/>
              <a:t>. . .</a:t>
            </a:r>
          </a:p>
        </p:txBody>
      </p:sp>
      <p:sp>
        <p:nvSpPr>
          <p:cNvPr id="66" name="Right Bracket 65">
            <a:extLst>
              <a:ext uri="{FF2B5EF4-FFF2-40B4-BE49-F238E27FC236}">
                <a16:creationId xmlns:a16="http://schemas.microsoft.com/office/drawing/2014/main" id="{0A1ED78E-35DD-C491-4B60-61785B11161E}"/>
              </a:ext>
            </a:extLst>
          </p:cNvPr>
          <p:cNvSpPr/>
          <p:nvPr/>
        </p:nvSpPr>
        <p:spPr>
          <a:xfrm rot="16200000">
            <a:off x="901967" y="375246"/>
            <a:ext cx="97888" cy="1703663"/>
          </a:xfrm>
          <a:prstGeom prst="righ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171B23-C799-99B7-1E8A-AFDFCE9FF8E3}"/>
              </a:ext>
            </a:extLst>
          </p:cNvPr>
          <p:cNvSpPr txBox="1"/>
          <p:nvPr/>
        </p:nvSpPr>
        <p:spPr>
          <a:xfrm>
            <a:off x="164663" y="1002586"/>
            <a:ext cx="23539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2-week entrainment to 12:12 light-dark cycle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F729E1-3FB1-8DEA-F668-FF0367157931}"/>
              </a:ext>
            </a:extLst>
          </p:cNvPr>
          <p:cNvSpPr/>
          <p:nvPr/>
        </p:nvSpPr>
        <p:spPr>
          <a:xfrm>
            <a:off x="488158" y="1321665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FEB53-F4BB-AA98-EADA-C961D02C4AA3}"/>
              </a:ext>
            </a:extLst>
          </p:cNvPr>
          <p:cNvSpPr/>
          <p:nvPr/>
        </p:nvSpPr>
        <p:spPr>
          <a:xfrm>
            <a:off x="87587" y="1321665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2A23178-80BB-FE60-AF43-EDA7D69F0A46}"/>
              </a:ext>
            </a:extLst>
          </p:cNvPr>
          <p:cNvSpPr/>
          <p:nvPr/>
        </p:nvSpPr>
        <p:spPr>
          <a:xfrm>
            <a:off x="1602459" y="1320226"/>
            <a:ext cx="202373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9A5F115-69B0-E04E-3EE4-B7BB648A0597}"/>
              </a:ext>
            </a:extLst>
          </p:cNvPr>
          <p:cNvSpPr/>
          <p:nvPr/>
        </p:nvSpPr>
        <p:spPr>
          <a:xfrm>
            <a:off x="1802744" y="1320226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811BC75-2ACA-CA0B-83DD-B84665A5257B}"/>
              </a:ext>
            </a:extLst>
          </p:cNvPr>
          <p:cNvCxnSpPr>
            <a:cxnSpLocks/>
          </p:cNvCxnSpPr>
          <p:nvPr/>
        </p:nvCxnSpPr>
        <p:spPr>
          <a:xfrm flipV="1">
            <a:off x="1802743" y="1467499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E53E71B-1F5F-501A-D4BC-CCC5FD392188}"/>
              </a:ext>
            </a:extLst>
          </p:cNvPr>
          <p:cNvSpPr txBox="1"/>
          <p:nvPr/>
        </p:nvSpPr>
        <p:spPr>
          <a:xfrm>
            <a:off x="1448157" y="1573785"/>
            <a:ext cx="7212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6-hour advance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D04107B-E266-48D4-9C36-F31AEB7BC37B}"/>
              </a:ext>
            </a:extLst>
          </p:cNvPr>
          <p:cNvSpPr/>
          <p:nvPr/>
        </p:nvSpPr>
        <p:spPr>
          <a:xfrm>
            <a:off x="1200672" y="1320226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0E16F2-02E3-2163-FF4E-76F3B88A254F}"/>
              </a:ext>
            </a:extLst>
          </p:cNvPr>
          <p:cNvSpPr txBox="1"/>
          <p:nvPr/>
        </p:nvSpPr>
        <p:spPr>
          <a:xfrm>
            <a:off x="2178579" y="1201178"/>
            <a:ext cx="400240" cy="266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7" dirty="0"/>
              <a:t>. . 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8941CC-5C40-CC49-A078-0FA5C036003B}"/>
              </a:ext>
            </a:extLst>
          </p:cNvPr>
          <p:cNvSpPr/>
          <p:nvPr/>
        </p:nvSpPr>
        <p:spPr>
          <a:xfrm>
            <a:off x="2915040" y="1319683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B9D57F7-EBB7-D02D-2864-A25E261544C9}"/>
              </a:ext>
            </a:extLst>
          </p:cNvPr>
          <p:cNvSpPr/>
          <p:nvPr/>
        </p:nvSpPr>
        <p:spPr>
          <a:xfrm>
            <a:off x="2514469" y="1319683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94" name="Right Bracket 93">
            <a:extLst>
              <a:ext uri="{FF2B5EF4-FFF2-40B4-BE49-F238E27FC236}">
                <a16:creationId xmlns:a16="http://schemas.microsoft.com/office/drawing/2014/main" id="{FA03F17C-0034-6E6B-F049-BC22CFB62574}"/>
              </a:ext>
            </a:extLst>
          </p:cNvPr>
          <p:cNvSpPr/>
          <p:nvPr/>
        </p:nvSpPr>
        <p:spPr>
          <a:xfrm rot="16200000">
            <a:off x="2514847" y="479135"/>
            <a:ext cx="97888" cy="1495886"/>
          </a:xfrm>
          <a:prstGeom prst="righ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FB70495-8BB6-DE48-4BEA-A77A6CCCD3D8}"/>
              </a:ext>
            </a:extLst>
          </p:cNvPr>
          <p:cNvSpPr txBox="1"/>
          <p:nvPr/>
        </p:nvSpPr>
        <p:spPr>
          <a:xfrm>
            <a:off x="2288821" y="1013272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5 days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D8688E9-04B6-B8D6-1215-4E1796CF86EF}"/>
              </a:ext>
            </a:extLst>
          </p:cNvPr>
          <p:cNvCxnSpPr>
            <a:cxnSpLocks/>
          </p:cNvCxnSpPr>
          <p:nvPr/>
        </p:nvCxnSpPr>
        <p:spPr>
          <a:xfrm flipV="1">
            <a:off x="3322172" y="1445568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703E7938-CAF0-93D2-B986-524975E072F0}"/>
              </a:ext>
            </a:extLst>
          </p:cNvPr>
          <p:cNvSpPr/>
          <p:nvPr/>
        </p:nvSpPr>
        <p:spPr>
          <a:xfrm>
            <a:off x="3723149" y="1319683"/>
            <a:ext cx="400570" cy="987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CF7D91A-E3D7-3628-DB6B-58CBF2293426}"/>
              </a:ext>
            </a:extLst>
          </p:cNvPr>
          <p:cNvSpPr/>
          <p:nvPr/>
        </p:nvSpPr>
        <p:spPr>
          <a:xfrm>
            <a:off x="3322578" y="1319683"/>
            <a:ext cx="400570" cy="98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4928946-2B87-CE23-5AA9-CE51823AB1A0}"/>
              </a:ext>
            </a:extLst>
          </p:cNvPr>
          <p:cNvCxnSpPr>
            <a:cxnSpLocks/>
          </p:cNvCxnSpPr>
          <p:nvPr/>
        </p:nvCxnSpPr>
        <p:spPr>
          <a:xfrm flipV="1">
            <a:off x="3722364" y="1449137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ABD66E8-954E-0E3F-C2AC-7D3A83A998C0}"/>
              </a:ext>
            </a:extLst>
          </p:cNvPr>
          <p:cNvCxnSpPr>
            <a:cxnSpLocks/>
          </p:cNvCxnSpPr>
          <p:nvPr/>
        </p:nvCxnSpPr>
        <p:spPr>
          <a:xfrm flipV="1">
            <a:off x="3923434" y="1445568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7B58357-6C39-1370-FA01-0D9A4A3D09A4}"/>
              </a:ext>
            </a:extLst>
          </p:cNvPr>
          <p:cNvCxnSpPr>
            <a:cxnSpLocks/>
          </p:cNvCxnSpPr>
          <p:nvPr/>
        </p:nvCxnSpPr>
        <p:spPr>
          <a:xfrm flipV="1">
            <a:off x="3521294" y="1445568"/>
            <a:ext cx="784" cy="14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D1A20AF-5D5B-AB1F-CA95-CEF3718888B1}"/>
              </a:ext>
            </a:extLst>
          </p:cNvPr>
          <p:cNvSpPr txBox="1"/>
          <p:nvPr/>
        </p:nvSpPr>
        <p:spPr>
          <a:xfrm>
            <a:off x="3145521" y="1569763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1E3CE0-74EC-C6EC-FA67-3DC76CDF39EC}"/>
              </a:ext>
            </a:extLst>
          </p:cNvPr>
          <p:cNvSpPr txBox="1"/>
          <p:nvPr/>
        </p:nvSpPr>
        <p:spPr>
          <a:xfrm>
            <a:off x="3360257" y="1569763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94DD085-87E3-96B4-2B6A-AFC617A7A6A7}"/>
              </a:ext>
            </a:extLst>
          </p:cNvPr>
          <p:cNvSpPr txBox="1"/>
          <p:nvPr/>
        </p:nvSpPr>
        <p:spPr>
          <a:xfrm>
            <a:off x="3541596" y="1569744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ZT12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235E357-273C-68A7-ACC3-09B595E7FFB3}"/>
              </a:ext>
            </a:extLst>
          </p:cNvPr>
          <p:cNvSpPr txBox="1"/>
          <p:nvPr/>
        </p:nvSpPr>
        <p:spPr>
          <a:xfrm>
            <a:off x="3761020" y="1569744"/>
            <a:ext cx="438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ZT18</a:t>
            </a:r>
          </a:p>
        </p:txBody>
      </p:sp>
      <p:sp>
        <p:nvSpPr>
          <p:cNvPr id="106" name="Right Bracket 105">
            <a:extLst>
              <a:ext uri="{FF2B5EF4-FFF2-40B4-BE49-F238E27FC236}">
                <a16:creationId xmlns:a16="http://schemas.microsoft.com/office/drawing/2014/main" id="{3DEECD8E-9B01-B86B-CF50-A7EAB8313B1C}"/>
              </a:ext>
            </a:extLst>
          </p:cNvPr>
          <p:cNvSpPr/>
          <p:nvPr/>
        </p:nvSpPr>
        <p:spPr>
          <a:xfrm rot="16200000">
            <a:off x="3675905" y="823934"/>
            <a:ext cx="97206" cy="804666"/>
          </a:xfrm>
          <a:prstGeom prst="righ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27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EC9EA77-CAB9-5D8C-5CF1-B9D62EB6A1B6}"/>
              </a:ext>
            </a:extLst>
          </p:cNvPr>
          <p:cNvSpPr txBox="1"/>
          <p:nvPr/>
        </p:nvSpPr>
        <p:spPr>
          <a:xfrm>
            <a:off x="3322172" y="1007794"/>
            <a:ext cx="7929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Sample collection</a:t>
            </a:r>
          </a:p>
        </p:txBody>
      </p:sp>
    </p:spTree>
    <p:extLst>
      <p:ext uri="{BB962C8B-B14F-4D97-AF65-F5344CB8AC3E}">
        <p14:creationId xmlns:p14="http://schemas.microsoft.com/office/powerpoint/2010/main" val="241332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261</Words>
  <Application>Microsoft Macintosh PowerPoint</Application>
  <PresentationFormat>Custom</PresentationFormat>
  <Paragraphs>170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23</cp:revision>
  <dcterms:created xsi:type="dcterms:W3CDTF">2022-09-13T02:17:13Z</dcterms:created>
  <dcterms:modified xsi:type="dcterms:W3CDTF">2022-12-14T18:01:24Z</dcterms:modified>
</cp:coreProperties>
</file>