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719"/>
  </p:normalViewPr>
  <p:slideViewPr>
    <p:cSldViewPr snapToGrid="0" showGuides="1">
      <p:cViewPr>
        <p:scale>
          <a:sx n="168" d="100"/>
          <a:sy n="168" d="100"/>
        </p:scale>
        <p:origin x="144" y="144"/>
      </p:cViewPr>
      <p:guideLst>
        <p:guide orient="horz" pos="15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63F79-E627-A2B9-728E-B6961E15D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B97D3A-55C5-DD8A-D017-08B5861C15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A35D8-BACC-09B8-59F7-FAF1B79F9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5D693-7250-A546-8914-52ECE8FE8049}" type="datetimeFigureOut">
              <a:rPr lang="en-US" smtClean="0"/>
              <a:t>12/1/22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E7736-A8BE-E7D3-032F-12282E466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F4092-1E96-CBE1-71FB-96E1FDEAD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407B-6D24-6E49-8B14-D72B2F6AC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124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E98A7-A0C6-4170-E985-6499BAE60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5411E-FD50-5359-7C5F-68605F053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5745-EB03-057A-D0DB-2AC19C8CE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5D693-7250-A546-8914-52ECE8FE8049}" type="datetimeFigureOut">
              <a:rPr lang="en-US" smtClean="0"/>
              <a:t>12/1/22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D13CC-6EE8-E083-03FD-A9BB9CE7B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1C00B-0C38-6A46-1875-C483072DB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407B-6D24-6E49-8B14-D72B2F6AC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329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263D1-51C8-E6E6-7546-9FFF49681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AE158-2230-B6D7-0AA5-27771CFE8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DE1E6-0DC1-FB80-E97D-3D29839A6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5D693-7250-A546-8914-52ECE8FE8049}" type="datetimeFigureOut">
              <a:rPr lang="en-US" smtClean="0"/>
              <a:t>12/1/22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DA106-6FAD-4BF3-A6AB-ABC244D86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297C9-BD97-9C40-8958-E2092C10D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407B-6D24-6E49-8B14-D72B2F6AC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187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F24BC-DE88-CE74-A1B6-ABA901BD2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EB572-A43D-A432-1BAB-695EF856C6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D4152-70F6-6940-B392-7BF58D775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0075D-5FC8-195C-8EB0-B88BC3692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5D693-7250-A546-8914-52ECE8FE8049}" type="datetimeFigureOut">
              <a:rPr lang="en-US" smtClean="0"/>
              <a:t>12/1/22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79044-5170-C79A-4045-CFBAFF310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1B1F54-3457-DD25-FB49-16A79A230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407B-6D24-6E49-8B14-D72B2F6AC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97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B1CDF-E575-89AA-C7C9-95C555E30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5C57C-B0C3-EF99-6470-60D069B4B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3276D2-248C-0CB5-DEA4-86FFC2835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FE6C38-9C75-EC46-D9F0-0290B114A2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1214A2-17F7-77BB-5364-F35C8EA970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FDC339-3748-68F9-C3D6-81E21206F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5D693-7250-A546-8914-52ECE8FE8049}" type="datetimeFigureOut">
              <a:rPr lang="en-US" smtClean="0"/>
              <a:t>12/1/22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330254-EF71-B809-1794-659EC63CB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33BEF-8848-A842-B58E-050D4A5A7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407B-6D24-6E49-8B14-D72B2F6AC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413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7E5DF-40DB-4590-94CA-97BA75685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3F333F-B0D0-81C9-3E7F-9CD4B0CC7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5D693-7250-A546-8914-52ECE8FE8049}" type="datetimeFigureOut">
              <a:rPr lang="en-US" smtClean="0"/>
              <a:t>12/1/22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786084-607E-E69D-12AB-C88AED378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9DA32-F920-B1DE-C934-15023ECC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407B-6D24-6E49-8B14-D72B2F6AC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9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46C6F-CF51-F589-E940-CCDD955C2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5D693-7250-A546-8914-52ECE8FE8049}" type="datetimeFigureOut">
              <a:rPr lang="en-US" smtClean="0"/>
              <a:t>12/1/22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88B64-0C3B-71F4-760E-2EA015F61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9A247-07C9-BCE5-3E2F-A49956B3D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407B-6D24-6E49-8B14-D72B2F6AC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61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417AB-15E9-75BF-26A4-031C556A0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1DE95-ACED-BBF3-C5E1-D58BEB9C7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D53F4-FB8C-5CBB-1BF3-AA594F4EB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9F5414-8235-C746-8850-23FF06CF9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5D693-7250-A546-8914-52ECE8FE8049}" type="datetimeFigureOut">
              <a:rPr lang="en-US" smtClean="0"/>
              <a:t>12/1/22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88BA3-8776-ECC4-225A-6B3D7C9B2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AB757-5F72-9917-733C-7D069D756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407B-6D24-6E49-8B14-D72B2F6AC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000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3918B-ACAF-CA6E-F749-A03F999A4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5630CA-D83B-47FD-EA7D-66AC753E5B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1B199D-9C27-2FBE-6FF7-C6C4220CF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B0B932-43D1-134F-E54E-419DBA0B7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5D693-7250-A546-8914-52ECE8FE8049}" type="datetimeFigureOut">
              <a:rPr lang="en-US" smtClean="0"/>
              <a:t>12/1/22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8DD3F-4877-AE5F-8062-A38F0D1E9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A13BD-69E0-1ED7-C9B6-85B4BFDC7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407B-6D24-6E49-8B14-D72B2F6AC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02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F4821-8DF1-F568-E1F0-D5BCDDA76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65F767-07B5-2287-7FD7-86444CF94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87C98-286C-4888-A687-4F17AF513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5D693-7250-A546-8914-52ECE8FE8049}" type="datetimeFigureOut">
              <a:rPr lang="en-US" smtClean="0"/>
              <a:t>12/1/22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EB7BC-7966-2963-436F-AC3184AC4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22005-2F2F-B65E-323B-C5534324A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407B-6D24-6E49-8B14-D72B2F6AC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12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0315A4-13B9-BE0F-E4B3-AD25338362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DCEA1-9C60-DC9E-AF80-336CF1E6F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C14E9-B06D-73B7-E9D9-EFCFF94D4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5D693-7250-A546-8914-52ECE8FE8049}" type="datetimeFigureOut">
              <a:rPr lang="en-US" smtClean="0"/>
              <a:t>12/1/22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F807-4268-C9AE-E11E-9B26E8507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7C566-5D8F-E7F4-2A6A-D4C9CA4AA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407B-6D24-6E49-8B14-D72B2F6AC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74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DC0F01-DBA8-27DA-F12F-FDB19087C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6923D-AE6C-9605-2106-B987DF317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EB368-47B8-9A38-1E7D-6B42709D5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5D693-7250-A546-8914-52ECE8FE8049}" type="datetimeFigureOut">
              <a:rPr lang="en-US" smtClean="0"/>
              <a:t>12/1/22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49035-ADC8-A253-4722-785EFB8483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9631C-4AC5-8D34-B19C-92BB07470D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8407B-6D24-6E49-8B14-D72B2F6AC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0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F6BBC7-07B2-BCD7-84A4-D93146426B95}"/>
              </a:ext>
            </a:extLst>
          </p:cNvPr>
          <p:cNvCxnSpPr>
            <a:cxnSpLocks/>
          </p:cNvCxnSpPr>
          <p:nvPr/>
        </p:nvCxnSpPr>
        <p:spPr>
          <a:xfrm>
            <a:off x="2993721" y="1866378"/>
            <a:ext cx="0" cy="6228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983942-E16E-80B6-2D4B-8682A6DE40FF}"/>
              </a:ext>
            </a:extLst>
          </p:cNvPr>
          <p:cNvCxnSpPr>
            <a:cxnSpLocks/>
          </p:cNvCxnSpPr>
          <p:nvPr/>
        </p:nvCxnSpPr>
        <p:spPr>
          <a:xfrm>
            <a:off x="3244093" y="1866378"/>
            <a:ext cx="0" cy="6228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CB7F58-5837-EDFE-5176-2FFE29AA2934}"/>
              </a:ext>
            </a:extLst>
          </p:cNvPr>
          <p:cNvCxnSpPr>
            <a:cxnSpLocks/>
          </p:cNvCxnSpPr>
          <p:nvPr/>
        </p:nvCxnSpPr>
        <p:spPr>
          <a:xfrm>
            <a:off x="2908300" y="1866378"/>
            <a:ext cx="4095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D5E2A5-C94F-D011-D81B-BF9C4D8CAFF2}"/>
              </a:ext>
            </a:extLst>
          </p:cNvPr>
          <p:cNvCxnSpPr>
            <a:cxnSpLocks/>
          </p:cNvCxnSpPr>
          <p:nvPr/>
        </p:nvCxnSpPr>
        <p:spPr>
          <a:xfrm>
            <a:off x="2908300" y="1812403"/>
            <a:ext cx="4095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308799C-EE53-36B8-8105-9F4F641470FD}"/>
              </a:ext>
            </a:extLst>
          </p:cNvPr>
          <p:cNvCxnSpPr>
            <a:cxnSpLocks/>
          </p:cNvCxnSpPr>
          <p:nvPr/>
        </p:nvCxnSpPr>
        <p:spPr>
          <a:xfrm flipV="1">
            <a:off x="3317875" y="1812403"/>
            <a:ext cx="0" cy="53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56CD5ED-92A7-140F-DAFE-221A48996C54}"/>
              </a:ext>
            </a:extLst>
          </p:cNvPr>
          <p:cNvCxnSpPr>
            <a:cxnSpLocks/>
          </p:cNvCxnSpPr>
          <p:nvPr/>
        </p:nvCxnSpPr>
        <p:spPr>
          <a:xfrm flipV="1">
            <a:off x="2908299" y="1812403"/>
            <a:ext cx="0" cy="53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D36D5DC-E67E-5879-4093-B3F4277CB52C}"/>
              </a:ext>
            </a:extLst>
          </p:cNvPr>
          <p:cNvCxnSpPr>
            <a:cxnSpLocks/>
          </p:cNvCxnSpPr>
          <p:nvPr/>
        </p:nvCxnSpPr>
        <p:spPr>
          <a:xfrm flipV="1">
            <a:off x="2993721" y="2485495"/>
            <a:ext cx="250371" cy="37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EB58959B-96CA-BC22-727F-B16C9C556F81}"/>
              </a:ext>
            </a:extLst>
          </p:cNvPr>
          <p:cNvSpPr/>
          <p:nvPr/>
        </p:nvSpPr>
        <p:spPr>
          <a:xfrm flipH="1" flipV="1">
            <a:off x="3015063" y="2144747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C053F6A-EABB-3EDC-5225-19DF4C4CA8E3}"/>
              </a:ext>
            </a:extLst>
          </p:cNvPr>
          <p:cNvSpPr/>
          <p:nvPr/>
        </p:nvSpPr>
        <p:spPr>
          <a:xfrm flipH="1" flipV="1">
            <a:off x="3056283" y="2084573"/>
            <a:ext cx="45719" cy="4571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BB81ECE-2C1C-D660-7F64-84CF1FBDEE24}"/>
              </a:ext>
            </a:extLst>
          </p:cNvPr>
          <p:cNvSpPr/>
          <p:nvPr/>
        </p:nvSpPr>
        <p:spPr>
          <a:xfrm flipH="1" flipV="1">
            <a:off x="3097149" y="2148790"/>
            <a:ext cx="45719" cy="45719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5300E28-1227-866B-76C0-8388ED22BD65}"/>
              </a:ext>
            </a:extLst>
          </p:cNvPr>
          <p:cNvSpPr/>
          <p:nvPr/>
        </p:nvSpPr>
        <p:spPr>
          <a:xfrm flipH="1" flipV="1">
            <a:off x="3127328" y="2076242"/>
            <a:ext cx="45719" cy="45719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C7538C0-01AD-50D5-9CC5-64ADA9737AC5}"/>
              </a:ext>
            </a:extLst>
          </p:cNvPr>
          <p:cNvSpPr/>
          <p:nvPr/>
        </p:nvSpPr>
        <p:spPr>
          <a:xfrm flipH="1" flipV="1">
            <a:off x="3162851" y="2163648"/>
            <a:ext cx="45719" cy="45719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BB7578C-7F24-F20A-BAE8-84CE824304C9}"/>
              </a:ext>
            </a:extLst>
          </p:cNvPr>
          <p:cNvSpPr/>
          <p:nvPr/>
        </p:nvSpPr>
        <p:spPr>
          <a:xfrm>
            <a:off x="2993721" y="2038066"/>
            <a:ext cx="250372" cy="447429"/>
          </a:xfrm>
          <a:prstGeom prst="rect">
            <a:avLst/>
          </a:prstGeom>
          <a:solidFill>
            <a:schemeClr val="accent1">
              <a:alpha val="1603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1791D4D-FD7D-D321-6D95-0B9462532B77}"/>
              </a:ext>
            </a:extLst>
          </p:cNvPr>
          <p:cNvSpPr/>
          <p:nvPr/>
        </p:nvSpPr>
        <p:spPr>
          <a:xfrm flipH="1" flipV="1">
            <a:off x="3078942" y="2322450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7EBC89E-7615-541A-776C-EE42C87F2B60}"/>
              </a:ext>
            </a:extLst>
          </p:cNvPr>
          <p:cNvSpPr/>
          <p:nvPr/>
        </p:nvSpPr>
        <p:spPr>
          <a:xfrm flipH="1" flipV="1">
            <a:off x="3169495" y="2245773"/>
            <a:ext cx="45719" cy="4571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8261A48-63FD-E0DC-6503-8B5C336E2F30}"/>
              </a:ext>
            </a:extLst>
          </p:cNvPr>
          <p:cNvSpPr/>
          <p:nvPr/>
        </p:nvSpPr>
        <p:spPr>
          <a:xfrm flipH="1" flipV="1">
            <a:off x="3007897" y="2299591"/>
            <a:ext cx="45719" cy="45719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5A3001F-C532-2C6F-5076-BE4C2733CCCB}"/>
              </a:ext>
            </a:extLst>
          </p:cNvPr>
          <p:cNvSpPr/>
          <p:nvPr/>
        </p:nvSpPr>
        <p:spPr>
          <a:xfrm flipH="1" flipV="1">
            <a:off x="3154173" y="2301190"/>
            <a:ext cx="45719" cy="45719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6D03095-E494-EA3A-024A-1FE399DA0767}"/>
              </a:ext>
            </a:extLst>
          </p:cNvPr>
          <p:cNvSpPr/>
          <p:nvPr/>
        </p:nvSpPr>
        <p:spPr>
          <a:xfrm flipH="1" flipV="1">
            <a:off x="3083128" y="2250387"/>
            <a:ext cx="45719" cy="45719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E2B4AE4-39E5-54A5-13DB-C33B7C7F9193}"/>
              </a:ext>
            </a:extLst>
          </p:cNvPr>
          <p:cNvSpPr/>
          <p:nvPr/>
        </p:nvSpPr>
        <p:spPr>
          <a:xfrm flipH="1" flipV="1">
            <a:off x="3142868" y="2425992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77E9EAA-7F8A-BF44-62F6-CDB80FF06FD1}"/>
              </a:ext>
            </a:extLst>
          </p:cNvPr>
          <p:cNvSpPr/>
          <p:nvPr/>
        </p:nvSpPr>
        <p:spPr>
          <a:xfrm flipH="1" flipV="1">
            <a:off x="3019464" y="2218069"/>
            <a:ext cx="45719" cy="4571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07C97466-773A-1744-79AF-B645426DB58A}"/>
              </a:ext>
            </a:extLst>
          </p:cNvPr>
          <p:cNvSpPr/>
          <p:nvPr/>
        </p:nvSpPr>
        <p:spPr>
          <a:xfrm flipH="1" flipV="1">
            <a:off x="3015063" y="2374222"/>
            <a:ext cx="45719" cy="45719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4FBF79A-7115-2C04-22FC-67FBD7FB9399}"/>
              </a:ext>
            </a:extLst>
          </p:cNvPr>
          <p:cNvSpPr/>
          <p:nvPr/>
        </p:nvSpPr>
        <p:spPr>
          <a:xfrm flipH="1" flipV="1">
            <a:off x="3161339" y="2375821"/>
            <a:ext cx="45719" cy="45719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4A6A068-EB78-34AF-0F55-B9C264147919}"/>
              </a:ext>
            </a:extLst>
          </p:cNvPr>
          <p:cNvSpPr/>
          <p:nvPr/>
        </p:nvSpPr>
        <p:spPr>
          <a:xfrm flipH="1" flipV="1">
            <a:off x="3076253" y="2392543"/>
            <a:ext cx="45719" cy="45719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6FBF776-98B9-6A6E-CC09-C50471DD2E4C}"/>
              </a:ext>
            </a:extLst>
          </p:cNvPr>
          <p:cNvCxnSpPr>
            <a:cxnSpLocks/>
            <a:endCxn id="82" idx="0"/>
          </p:cNvCxnSpPr>
          <p:nvPr/>
        </p:nvCxnSpPr>
        <p:spPr>
          <a:xfrm flipV="1">
            <a:off x="3694482" y="1927986"/>
            <a:ext cx="753896" cy="63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B52DF13-83F0-86B1-0630-71AC9081CC5E}"/>
              </a:ext>
            </a:extLst>
          </p:cNvPr>
          <p:cNvCxnSpPr>
            <a:cxnSpLocks/>
          </p:cNvCxnSpPr>
          <p:nvPr/>
        </p:nvCxnSpPr>
        <p:spPr>
          <a:xfrm>
            <a:off x="3694482" y="2089880"/>
            <a:ext cx="3137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4CC85C4-CE3F-2978-3CF3-E4F3F5EE927A}"/>
              </a:ext>
            </a:extLst>
          </p:cNvPr>
          <p:cNvCxnSpPr>
            <a:cxnSpLocks/>
          </p:cNvCxnSpPr>
          <p:nvPr/>
        </p:nvCxnSpPr>
        <p:spPr>
          <a:xfrm>
            <a:off x="4160676" y="2095417"/>
            <a:ext cx="2854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4B921B7-3CC6-8B29-741C-7C971533CF72}"/>
              </a:ext>
            </a:extLst>
          </p:cNvPr>
          <p:cNvCxnSpPr>
            <a:cxnSpLocks/>
          </p:cNvCxnSpPr>
          <p:nvPr/>
        </p:nvCxnSpPr>
        <p:spPr>
          <a:xfrm>
            <a:off x="4008275" y="2089880"/>
            <a:ext cx="0" cy="4408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31E24CF-2078-5DE9-B0BD-70535D30DB29}"/>
              </a:ext>
            </a:extLst>
          </p:cNvPr>
          <p:cNvCxnSpPr>
            <a:cxnSpLocks/>
          </p:cNvCxnSpPr>
          <p:nvPr/>
        </p:nvCxnSpPr>
        <p:spPr>
          <a:xfrm>
            <a:off x="4163095" y="2098211"/>
            <a:ext cx="0" cy="4325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89459BE8-5B36-F2CE-459A-1D39EB0A6AFC}"/>
              </a:ext>
            </a:extLst>
          </p:cNvPr>
          <p:cNvSpPr/>
          <p:nvPr/>
        </p:nvSpPr>
        <p:spPr>
          <a:xfrm>
            <a:off x="4406093" y="1742586"/>
            <a:ext cx="576907" cy="551561"/>
          </a:xfrm>
          <a:prstGeom prst="ellipse">
            <a:avLst/>
          </a:prstGeom>
          <a:solidFill>
            <a:schemeClr val="accent1">
              <a:alpha val="49864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14E64587-CFC7-784F-7DDF-D3C21FA50E4B}"/>
              </a:ext>
            </a:extLst>
          </p:cNvPr>
          <p:cNvSpPr/>
          <p:nvPr/>
        </p:nvSpPr>
        <p:spPr>
          <a:xfrm>
            <a:off x="4360270" y="1927986"/>
            <a:ext cx="176215" cy="17022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8901F492-44A3-1183-37A9-4FED027B218C}"/>
              </a:ext>
            </a:extLst>
          </p:cNvPr>
          <p:cNvSpPr/>
          <p:nvPr/>
        </p:nvSpPr>
        <p:spPr>
          <a:xfrm flipH="1" flipV="1">
            <a:off x="4421212" y="1975353"/>
            <a:ext cx="71341" cy="7353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E6076A6-AF2F-DC74-F96E-2E42E31F6EA1}"/>
              </a:ext>
            </a:extLst>
          </p:cNvPr>
          <p:cNvSpPr/>
          <p:nvPr/>
        </p:nvSpPr>
        <p:spPr>
          <a:xfrm>
            <a:off x="4643297" y="1772471"/>
            <a:ext cx="159204" cy="1618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7D623FBC-2425-043F-EFDC-80B22B7F0831}"/>
              </a:ext>
            </a:extLst>
          </p:cNvPr>
          <p:cNvSpPr/>
          <p:nvPr/>
        </p:nvSpPr>
        <p:spPr>
          <a:xfrm flipH="1" flipV="1">
            <a:off x="4687228" y="1819838"/>
            <a:ext cx="71341" cy="7353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AF5D38D0-D592-730E-D1C7-5908B5F2FEDF}"/>
              </a:ext>
            </a:extLst>
          </p:cNvPr>
          <p:cNvSpPr/>
          <p:nvPr/>
        </p:nvSpPr>
        <p:spPr>
          <a:xfrm>
            <a:off x="4577756" y="2098211"/>
            <a:ext cx="159204" cy="1618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BAF5C3F-06D9-64A6-B89A-D4430E5CE777}"/>
              </a:ext>
            </a:extLst>
          </p:cNvPr>
          <p:cNvSpPr/>
          <p:nvPr/>
        </p:nvSpPr>
        <p:spPr>
          <a:xfrm flipH="1" flipV="1">
            <a:off x="4621687" y="2145578"/>
            <a:ext cx="71341" cy="73533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EEEEDB7-4187-9900-735C-FB7A76C6FCF9}"/>
              </a:ext>
            </a:extLst>
          </p:cNvPr>
          <p:cNvSpPr/>
          <p:nvPr/>
        </p:nvSpPr>
        <p:spPr>
          <a:xfrm>
            <a:off x="4788991" y="1964247"/>
            <a:ext cx="159204" cy="1618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130B9AA8-D158-CF4B-2F78-C03BC32B1DF9}"/>
              </a:ext>
            </a:extLst>
          </p:cNvPr>
          <p:cNvSpPr/>
          <p:nvPr/>
        </p:nvSpPr>
        <p:spPr>
          <a:xfrm flipH="1" flipV="1">
            <a:off x="4832922" y="2011614"/>
            <a:ext cx="71341" cy="7353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29B20091-C918-D24E-CF9D-63D93A8318BB}"/>
              </a:ext>
            </a:extLst>
          </p:cNvPr>
          <p:cNvSpPr/>
          <p:nvPr/>
        </p:nvSpPr>
        <p:spPr>
          <a:xfrm flipH="1" flipV="1">
            <a:off x="3972604" y="1971987"/>
            <a:ext cx="71341" cy="7353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428BAB0F-2370-1749-BD7C-94DE4AC6AF42}"/>
              </a:ext>
            </a:extLst>
          </p:cNvPr>
          <p:cNvSpPr/>
          <p:nvPr/>
        </p:nvSpPr>
        <p:spPr>
          <a:xfrm flipH="1" flipV="1">
            <a:off x="3720098" y="1978171"/>
            <a:ext cx="71341" cy="7353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83C82422-D042-43AE-8089-AAF80AC8BD5F}"/>
              </a:ext>
            </a:extLst>
          </p:cNvPr>
          <p:cNvSpPr/>
          <p:nvPr/>
        </p:nvSpPr>
        <p:spPr>
          <a:xfrm>
            <a:off x="4068501" y="2096465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F3230638-A3F9-A9F3-B37A-0BB3FAA6E069}"/>
              </a:ext>
            </a:extLst>
          </p:cNvPr>
          <p:cNvSpPr/>
          <p:nvPr/>
        </p:nvSpPr>
        <p:spPr>
          <a:xfrm>
            <a:off x="4068500" y="2241165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E65AF751-FEDC-8FE8-C1F7-8347AC958540}"/>
              </a:ext>
            </a:extLst>
          </p:cNvPr>
          <p:cNvSpPr/>
          <p:nvPr/>
        </p:nvSpPr>
        <p:spPr>
          <a:xfrm>
            <a:off x="4066517" y="2387384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9717ACBC-5DBA-5F5A-8DE3-3B97CC79AA4B}"/>
              </a:ext>
            </a:extLst>
          </p:cNvPr>
          <p:cNvSpPr/>
          <p:nvPr/>
        </p:nvSpPr>
        <p:spPr>
          <a:xfrm>
            <a:off x="4475397" y="2039428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B3731A3E-0FA6-AB6E-9E71-4BBFED4A643C}"/>
              </a:ext>
            </a:extLst>
          </p:cNvPr>
          <p:cNvSpPr/>
          <p:nvPr/>
        </p:nvSpPr>
        <p:spPr>
          <a:xfrm>
            <a:off x="4576862" y="2182863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6C3CC09E-ADAC-4A63-AC01-128AB91FAD3F}"/>
              </a:ext>
            </a:extLst>
          </p:cNvPr>
          <p:cNvSpPr/>
          <p:nvPr/>
        </p:nvSpPr>
        <p:spPr>
          <a:xfrm>
            <a:off x="4891861" y="1978171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1137D9E6-E992-7F8A-6543-EB419C268CDD}"/>
              </a:ext>
            </a:extLst>
          </p:cNvPr>
          <p:cNvSpPr/>
          <p:nvPr/>
        </p:nvSpPr>
        <p:spPr>
          <a:xfrm>
            <a:off x="4757676" y="1834297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9ACF550B-4B18-4884-0E70-ED8F6E31387E}"/>
              </a:ext>
            </a:extLst>
          </p:cNvPr>
          <p:cNvCxnSpPr>
            <a:cxnSpLocks/>
          </p:cNvCxnSpPr>
          <p:nvPr/>
        </p:nvCxnSpPr>
        <p:spPr>
          <a:xfrm>
            <a:off x="3424526" y="2023890"/>
            <a:ext cx="189673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54B6AEC0-9168-B45F-785C-2E574692036A}"/>
              </a:ext>
            </a:extLst>
          </p:cNvPr>
          <p:cNvCxnSpPr>
            <a:cxnSpLocks/>
          </p:cNvCxnSpPr>
          <p:nvPr/>
        </p:nvCxnSpPr>
        <p:spPr>
          <a:xfrm flipV="1">
            <a:off x="4094515" y="2547498"/>
            <a:ext cx="0" cy="172367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11E7A231-3749-663A-3AE3-8471AEF1E424}"/>
              </a:ext>
            </a:extLst>
          </p:cNvPr>
          <p:cNvSpPr txBox="1"/>
          <p:nvPr/>
        </p:nvSpPr>
        <p:spPr>
          <a:xfrm>
            <a:off x="3778518" y="2720074"/>
            <a:ext cx="69687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Cells &amp; enzyme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04F2CBF-7095-FEA0-2617-0F94A7F88DD4}"/>
              </a:ext>
            </a:extLst>
          </p:cNvPr>
          <p:cNvSpPr txBox="1"/>
          <p:nvPr/>
        </p:nvSpPr>
        <p:spPr>
          <a:xfrm>
            <a:off x="3299598" y="2105471"/>
            <a:ext cx="4875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Barcoded gel beads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28999BE-CD0A-889B-4FAD-FCF4A89AE3A6}"/>
              </a:ext>
            </a:extLst>
          </p:cNvPr>
          <p:cNvSpPr txBox="1"/>
          <p:nvPr/>
        </p:nvSpPr>
        <p:spPr>
          <a:xfrm>
            <a:off x="4589140" y="2464404"/>
            <a:ext cx="69687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Oil in well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837CB249-92D8-8178-6018-D7F80D91927D}"/>
              </a:ext>
            </a:extLst>
          </p:cNvPr>
          <p:cNvCxnSpPr>
            <a:cxnSpLocks/>
          </p:cNvCxnSpPr>
          <p:nvPr/>
        </p:nvCxnSpPr>
        <p:spPr>
          <a:xfrm>
            <a:off x="4783675" y="2280026"/>
            <a:ext cx="24270" cy="210341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F232A9EC-2A2A-313D-4C59-0FD020769101}"/>
              </a:ext>
            </a:extLst>
          </p:cNvPr>
          <p:cNvCxnSpPr>
            <a:cxnSpLocks/>
          </p:cNvCxnSpPr>
          <p:nvPr/>
        </p:nvCxnSpPr>
        <p:spPr>
          <a:xfrm>
            <a:off x="3221745" y="3740368"/>
            <a:ext cx="0" cy="6228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BA9B7E1B-8B2D-BB9E-E59D-F39237E78AFE}"/>
              </a:ext>
            </a:extLst>
          </p:cNvPr>
          <p:cNvCxnSpPr>
            <a:cxnSpLocks/>
          </p:cNvCxnSpPr>
          <p:nvPr/>
        </p:nvCxnSpPr>
        <p:spPr>
          <a:xfrm>
            <a:off x="3472117" y="3740368"/>
            <a:ext cx="0" cy="6228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8854C3FF-1367-DBCC-57BB-BDF611610F27}"/>
              </a:ext>
            </a:extLst>
          </p:cNvPr>
          <p:cNvCxnSpPr>
            <a:cxnSpLocks/>
          </p:cNvCxnSpPr>
          <p:nvPr/>
        </p:nvCxnSpPr>
        <p:spPr>
          <a:xfrm>
            <a:off x="3136324" y="3740368"/>
            <a:ext cx="4095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5CAEB030-BF75-06FD-6620-D46A6E6AE00D}"/>
              </a:ext>
            </a:extLst>
          </p:cNvPr>
          <p:cNvCxnSpPr>
            <a:cxnSpLocks/>
          </p:cNvCxnSpPr>
          <p:nvPr/>
        </p:nvCxnSpPr>
        <p:spPr>
          <a:xfrm>
            <a:off x="3136324" y="3686393"/>
            <a:ext cx="4095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9C55A849-FC95-72AC-DA69-337ECCCED211}"/>
              </a:ext>
            </a:extLst>
          </p:cNvPr>
          <p:cNvCxnSpPr>
            <a:cxnSpLocks/>
          </p:cNvCxnSpPr>
          <p:nvPr/>
        </p:nvCxnSpPr>
        <p:spPr>
          <a:xfrm flipV="1">
            <a:off x="3545899" y="3686393"/>
            <a:ext cx="0" cy="53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92D1CFAD-386E-94CA-7FA2-E14AEB4D2B9A}"/>
              </a:ext>
            </a:extLst>
          </p:cNvPr>
          <p:cNvCxnSpPr>
            <a:cxnSpLocks/>
          </p:cNvCxnSpPr>
          <p:nvPr/>
        </p:nvCxnSpPr>
        <p:spPr>
          <a:xfrm flipV="1">
            <a:off x="3136323" y="3686393"/>
            <a:ext cx="0" cy="53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F3E90945-A84E-7896-A9AB-C48F8686B33D}"/>
              </a:ext>
            </a:extLst>
          </p:cNvPr>
          <p:cNvCxnSpPr>
            <a:cxnSpLocks/>
          </p:cNvCxnSpPr>
          <p:nvPr/>
        </p:nvCxnSpPr>
        <p:spPr>
          <a:xfrm flipV="1">
            <a:off x="3221745" y="4359485"/>
            <a:ext cx="250371" cy="37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Oval 121">
            <a:extLst>
              <a:ext uri="{FF2B5EF4-FFF2-40B4-BE49-F238E27FC236}">
                <a16:creationId xmlns:a16="http://schemas.microsoft.com/office/drawing/2014/main" id="{AFCD0647-0A5B-B292-9B3F-27D2485D9CFF}"/>
              </a:ext>
            </a:extLst>
          </p:cNvPr>
          <p:cNvSpPr/>
          <p:nvPr/>
        </p:nvSpPr>
        <p:spPr>
          <a:xfrm flipH="1" flipV="1">
            <a:off x="3243087" y="4018737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6359CFF9-D745-82EA-85E2-F5F255ABBF5B}"/>
              </a:ext>
            </a:extLst>
          </p:cNvPr>
          <p:cNvSpPr/>
          <p:nvPr/>
        </p:nvSpPr>
        <p:spPr>
          <a:xfrm flipH="1" flipV="1">
            <a:off x="3284307" y="3958563"/>
            <a:ext cx="45719" cy="4571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7F9D15E0-6881-5638-AB6F-B9BC435CD644}"/>
              </a:ext>
            </a:extLst>
          </p:cNvPr>
          <p:cNvSpPr/>
          <p:nvPr/>
        </p:nvSpPr>
        <p:spPr>
          <a:xfrm flipH="1" flipV="1">
            <a:off x="3325173" y="4022780"/>
            <a:ext cx="45719" cy="45719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7C45538B-DA46-26DF-BA48-2942664B5CF1}"/>
              </a:ext>
            </a:extLst>
          </p:cNvPr>
          <p:cNvSpPr/>
          <p:nvPr/>
        </p:nvSpPr>
        <p:spPr>
          <a:xfrm flipH="1" flipV="1">
            <a:off x="3355352" y="3950232"/>
            <a:ext cx="45719" cy="45719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E23C029D-6D1E-5EC0-ECA6-1BFF552F8E57}"/>
              </a:ext>
            </a:extLst>
          </p:cNvPr>
          <p:cNvSpPr/>
          <p:nvPr/>
        </p:nvSpPr>
        <p:spPr>
          <a:xfrm flipH="1" flipV="1">
            <a:off x="3390875" y="4037638"/>
            <a:ext cx="45719" cy="45719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B97DD7E1-DF60-03B9-EC77-E8D6155ABA19}"/>
              </a:ext>
            </a:extLst>
          </p:cNvPr>
          <p:cNvSpPr/>
          <p:nvPr/>
        </p:nvSpPr>
        <p:spPr>
          <a:xfrm>
            <a:off x="3221745" y="3912056"/>
            <a:ext cx="250372" cy="447429"/>
          </a:xfrm>
          <a:prstGeom prst="rect">
            <a:avLst/>
          </a:prstGeom>
          <a:solidFill>
            <a:schemeClr val="accent1">
              <a:alpha val="1603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D41A76DA-DD2D-F395-9039-643B39A5F6B9}"/>
              </a:ext>
            </a:extLst>
          </p:cNvPr>
          <p:cNvSpPr/>
          <p:nvPr/>
        </p:nvSpPr>
        <p:spPr>
          <a:xfrm flipH="1" flipV="1">
            <a:off x="3306966" y="4196440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641B32BA-9D75-1412-6187-EDA9749B0CD6}"/>
              </a:ext>
            </a:extLst>
          </p:cNvPr>
          <p:cNvSpPr/>
          <p:nvPr/>
        </p:nvSpPr>
        <p:spPr>
          <a:xfrm flipH="1" flipV="1">
            <a:off x="3397519" y="4119763"/>
            <a:ext cx="45719" cy="4571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7FD301CD-DDE8-D50C-B36F-E423856EA135}"/>
              </a:ext>
            </a:extLst>
          </p:cNvPr>
          <p:cNvSpPr/>
          <p:nvPr/>
        </p:nvSpPr>
        <p:spPr>
          <a:xfrm flipH="1" flipV="1">
            <a:off x="3235921" y="4173581"/>
            <a:ext cx="45719" cy="45719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86CA76E8-AB8D-0ADD-316B-3AB560D0F9AE}"/>
              </a:ext>
            </a:extLst>
          </p:cNvPr>
          <p:cNvSpPr/>
          <p:nvPr/>
        </p:nvSpPr>
        <p:spPr>
          <a:xfrm flipH="1" flipV="1">
            <a:off x="3382197" y="4175180"/>
            <a:ext cx="45719" cy="45719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2C5A0812-CA59-95FD-714F-6625D3FDD8CE}"/>
              </a:ext>
            </a:extLst>
          </p:cNvPr>
          <p:cNvSpPr/>
          <p:nvPr/>
        </p:nvSpPr>
        <p:spPr>
          <a:xfrm flipH="1" flipV="1">
            <a:off x="3311152" y="4124377"/>
            <a:ext cx="45719" cy="45719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5B9865AC-F237-1BAC-12AE-B680FFB56216}"/>
              </a:ext>
            </a:extLst>
          </p:cNvPr>
          <p:cNvSpPr/>
          <p:nvPr/>
        </p:nvSpPr>
        <p:spPr>
          <a:xfrm flipH="1" flipV="1">
            <a:off x="3370892" y="4299982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2BC0B499-D884-D56A-0F31-15EA3F86CFC7}"/>
              </a:ext>
            </a:extLst>
          </p:cNvPr>
          <p:cNvSpPr/>
          <p:nvPr/>
        </p:nvSpPr>
        <p:spPr>
          <a:xfrm flipH="1" flipV="1">
            <a:off x="3247488" y="4092059"/>
            <a:ext cx="45719" cy="4571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A62F6E39-F299-F157-C67B-D484CCC275A0}"/>
              </a:ext>
            </a:extLst>
          </p:cNvPr>
          <p:cNvSpPr/>
          <p:nvPr/>
        </p:nvSpPr>
        <p:spPr>
          <a:xfrm flipH="1" flipV="1">
            <a:off x="3243087" y="4248212"/>
            <a:ext cx="45719" cy="45719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9E9386DF-03FC-833B-90DB-ED89EF022C09}"/>
              </a:ext>
            </a:extLst>
          </p:cNvPr>
          <p:cNvSpPr/>
          <p:nvPr/>
        </p:nvSpPr>
        <p:spPr>
          <a:xfrm flipH="1" flipV="1">
            <a:off x="3389363" y="4249811"/>
            <a:ext cx="45719" cy="45719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B60934E8-671E-FA54-7CEC-21F646A2BF7D}"/>
              </a:ext>
            </a:extLst>
          </p:cNvPr>
          <p:cNvSpPr/>
          <p:nvPr/>
        </p:nvSpPr>
        <p:spPr>
          <a:xfrm flipH="1" flipV="1">
            <a:off x="3304277" y="4266533"/>
            <a:ext cx="45719" cy="45719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DF308D60-2569-4589-10DE-E2AE0C68618E}"/>
              </a:ext>
            </a:extLst>
          </p:cNvPr>
          <p:cNvCxnSpPr>
            <a:cxnSpLocks/>
            <a:endCxn id="144" idx="0"/>
          </p:cNvCxnSpPr>
          <p:nvPr/>
        </p:nvCxnSpPr>
        <p:spPr>
          <a:xfrm flipV="1">
            <a:off x="3829895" y="3800614"/>
            <a:ext cx="753896" cy="63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3604CE98-FBDE-7CCF-6A3A-4717D1AB90EC}"/>
              </a:ext>
            </a:extLst>
          </p:cNvPr>
          <p:cNvCxnSpPr>
            <a:cxnSpLocks/>
          </p:cNvCxnSpPr>
          <p:nvPr/>
        </p:nvCxnSpPr>
        <p:spPr>
          <a:xfrm>
            <a:off x="3829895" y="3962508"/>
            <a:ext cx="3137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64441C9A-7B7C-BCD2-CDD3-8CBBDB000146}"/>
              </a:ext>
            </a:extLst>
          </p:cNvPr>
          <p:cNvCxnSpPr>
            <a:cxnSpLocks/>
          </p:cNvCxnSpPr>
          <p:nvPr/>
        </p:nvCxnSpPr>
        <p:spPr>
          <a:xfrm>
            <a:off x="4296089" y="3968045"/>
            <a:ext cx="2854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D108E5F2-2E94-0025-9575-C0122945F3DB}"/>
              </a:ext>
            </a:extLst>
          </p:cNvPr>
          <p:cNvCxnSpPr>
            <a:cxnSpLocks/>
          </p:cNvCxnSpPr>
          <p:nvPr/>
        </p:nvCxnSpPr>
        <p:spPr>
          <a:xfrm>
            <a:off x="4143688" y="3962508"/>
            <a:ext cx="0" cy="4408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BDAC6B9-24DA-4D3E-32F4-136492C6B59A}"/>
              </a:ext>
            </a:extLst>
          </p:cNvPr>
          <p:cNvCxnSpPr>
            <a:cxnSpLocks/>
          </p:cNvCxnSpPr>
          <p:nvPr/>
        </p:nvCxnSpPr>
        <p:spPr>
          <a:xfrm>
            <a:off x="4298508" y="3970839"/>
            <a:ext cx="0" cy="4325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Oval 142">
            <a:extLst>
              <a:ext uri="{FF2B5EF4-FFF2-40B4-BE49-F238E27FC236}">
                <a16:creationId xmlns:a16="http://schemas.microsoft.com/office/drawing/2014/main" id="{617280AA-5BDC-B275-5FEE-3A52962616C4}"/>
              </a:ext>
            </a:extLst>
          </p:cNvPr>
          <p:cNvSpPr/>
          <p:nvPr/>
        </p:nvSpPr>
        <p:spPr>
          <a:xfrm>
            <a:off x="4541506" y="3615214"/>
            <a:ext cx="576907" cy="551561"/>
          </a:xfrm>
          <a:prstGeom prst="ellipse">
            <a:avLst/>
          </a:prstGeom>
          <a:solidFill>
            <a:schemeClr val="accent1">
              <a:alpha val="49864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0E6BB0CD-0659-DA1E-3B24-33938CB42FE4}"/>
              </a:ext>
            </a:extLst>
          </p:cNvPr>
          <p:cNvSpPr/>
          <p:nvPr/>
        </p:nvSpPr>
        <p:spPr>
          <a:xfrm>
            <a:off x="4495683" y="3800614"/>
            <a:ext cx="176215" cy="17022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1ACACFEE-2246-4F8B-0B4D-6C35AC1627D0}"/>
              </a:ext>
            </a:extLst>
          </p:cNvPr>
          <p:cNvSpPr/>
          <p:nvPr/>
        </p:nvSpPr>
        <p:spPr>
          <a:xfrm flipH="1" flipV="1">
            <a:off x="4556625" y="3847981"/>
            <a:ext cx="71341" cy="7353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51748221-3CB4-A614-D31A-48F08C11EBC2}"/>
              </a:ext>
            </a:extLst>
          </p:cNvPr>
          <p:cNvSpPr/>
          <p:nvPr/>
        </p:nvSpPr>
        <p:spPr>
          <a:xfrm>
            <a:off x="4778710" y="3645099"/>
            <a:ext cx="159204" cy="1618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A118F07A-C50A-F463-492A-EEE27D3B4EEA}"/>
              </a:ext>
            </a:extLst>
          </p:cNvPr>
          <p:cNvSpPr/>
          <p:nvPr/>
        </p:nvSpPr>
        <p:spPr>
          <a:xfrm flipH="1" flipV="1">
            <a:off x="4822641" y="3692466"/>
            <a:ext cx="71341" cy="7353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0F180BCC-8893-F0F1-45B9-6F4C0B67D4E0}"/>
              </a:ext>
            </a:extLst>
          </p:cNvPr>
          <p:cNvSpPr/>
          <p:nvPr/>
        </p:nvSpPr>
        <p:spPr>
          <a:xfrm>
            <a:off x="4713169" y="3970839"/>
            <a:ext cx="159204" cy="1618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3FEA07E6-44DB-F854-79CB-5779B316122D}"/>
              </a:ext>
            </a:extLst>
          </p:cNvPr>
          <p:cNvSpPr/>
          <p:nvPr/>
        </p:nvSpPr>
        <p:spPr>
          <a:xfrm flipH="1" flipV="1">
            <a:off x="4757100" y="4018206"/>
            <a:ext cx="71341" cy="73533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A8107295-F930-5172-FF40-F19BA916EDC5}"/>
              </a:ext>
            </a:extLst>
          </p:cNvPr>
          <p:cNvSpPr/>
          <p:nvPr/>
        </p:nvSpPr>
        <p:spPr>
          <a:xfrm>
            <a:off x="4924404" y="3836875"/>
            <a:ext cx="159204" cy="1618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A3696A96-B1B6-79EF-4223-FCA73082DFAF}"/>
              </a:ext>
            </a:extLst>
          </p:cNvPr>
          <p:cNvSpPr/>
          <p:nvPr/>
        </p:nvSpPr>
        <p:spPr>
          <a:xfrm flipH="1" flipV="1">
            <a:off x="4968335" y="3884242"/>
            <a:ext cx="71341" cy="7353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A6304E4F-BEB8-08C9-D03E-969EF435D736}"/>
              </a:ext>
            </a:extLst>
          </p:cNvPr>
          <p:cNvSpPr/>
          <p:nvPr/>
        </p:nvSpPr>
        <p:spPr>
          <a:xfrm flipH="1" flipV="1">
            <a:off x="4108017" y="3844615"/>
            <a:ext cx="71341" cy="7353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884EA29F-EE57-6F27-9016-819FE37EB21B}"/>
              </a:ext>
            </a:extLst>
          </p:cNvPr>
          <p:cNvSpPr/>
          <p:nvPr/>
        </p:nvSpPr>
        <p:spPr>
          <a:xfrm flipH="1" flipV="1">
            <a:off x="3855511" y="3850799"/>
            <a:ext cx="71341" cy="7353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B5C783CB-67E4-9110-224A-EFC41A0BCDFF}"/>
              </a:ext>
            </a:extLst>
          </p:cNvPr>
          <p:cNvSpPr/>
          <p:nvPr/>
        </p:nvSpPr>
        <p:spPr>
          <a:xfrm>
            <a:off x="4203914" y="3969093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8EA52571-664C-07DA-2C15-9DE23B366AD9}"/>
              </a:ext>
            </a:extLst>
          </p:cNvPr>
          <p:cNvSpPr/>
          <p:nvPr/>
        </p:nvSpPr>
        <p:spPr>
          <a:xfrm>
            <a:off x="4203913" y="4113793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CB68B9F4-0C1D-F6D4-F6CD-8054F6D81661}"/>
              </a:ext>
            </a:extLst>
          </p:cNvPr>
          <p:cNvSpPr/>
          <p:nvPr/>
        </p:nvSpPr>
        <p:spPr>
          <a:xfrm>
            <a:off x="4201930" y="4260012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119D36D4-66C0-F405-EBBB-B27A5BEFBB4A}"/>
              </a:ext>
            </a:extLst>
          </p:cNvPr>
          <p:cNvSpPr/>
          <p:nvPr/>
        </p:nvSpPr>
        <p:spPr>
          <a:xfrm>
            <a:off x="4610810" y="3912056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CFB54A6B-76C4-207B-250A-C0BE601DCE61}"/>
              </a:ext>
            </a:extLst>
          </p:cNvPr>
          <p:cNvSpPr/>
          <p:nvPr/>
        </p:nvSpPr>
        <p:spPr>
          <a:xfrm>
            <a:off x="4712275" y="4055491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06F22564-098D-F790-A319-A62FF8BA98A9}"/>
              </a:ext>
            </a:extLst>
          </p:cNvPr>
          <p:cNvSpPr/>
          <p:nvPr/>
        </p:nvSpPr>
        <p:spPr>
          <a:xfrm>
            <a:off x="5027274" y="3850799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A38BBCCC-3540-F599-AABD-42AE4D0CB278}"/>
              </a:ext>
            </a:extLst>
          </p:cNvPr>
          <p:cNvSpPr/>
          <p:nvPr/>
        </p:nvSpPr>
        <p:spPr>
          <a:xfrm>
            <a:off x="4893089" y="3706925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FB9D0169-3410-CD91-4B81-CDC04512C25C}"/>
              </a:ext>
            </a:extLst>
          </p:cNvPr>
          <p:cNvCxnSpPr>
            <a:cxnSpLocks/>
          </p:cNvCxnSpPr>
          <p:nvPr/>
        </p:nvCxnSpPr>
        <p:spPr>
          <a:xfrm>
            <a:off x="3559939" y="3896518"/>
            <a:ext cx="189673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15D76C06-6FA0-3583-0CE6-7972EF55B689}"/>
              </a:ext>
            </a:extLst>
          </p:cNvPr>
          <p:cNvCxnSpPr>
            <a:cxnSpLocks/>
          </p:cNvCxnSpPr>
          <p:nvPr/>
        </p:nvCxnSpPr>
        <p:spPr>
          <a:xfrm flipV="1">
            <a:off x="4229928" y="4420126"/>
            <a:ext cx="0" cy="172367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238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9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Auerbach, Ben</dc:creator>
  <cp:lastModifiedBy>Auerbach, Ben</cp:lastModifiedBy>
  <cp:revision>7</cp:revision>
  <dcterms:created xsi:type="dcterms:W3CDTF">2022-12-02T01:20:35Z</dcterms:created>
  <dcterms:modified xsi:type="dcterms:W3CDTF">2022-12-02T01:52:15Z</dcterms:modified>
</cp:coreProperties>
</file>