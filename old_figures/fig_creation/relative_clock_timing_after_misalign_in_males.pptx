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63" r:id="rId2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95" userDrawn="1">
          <p15:clr>
            <a:srgbClr val="A4A3A4"/>
          </p15:clr>
        </p15:guide>
        <p15:guide id="2" pos="966" userDrawn="1">
          <p15:clr>
            <a:srgbClr val="A4A3A4"/>
          </p15:clr>
        </p15:guide>
        <p15:guide id="4" orient="horz" pos="923" userDrawn="1">
          <p15:clr>
            <a:srgbClr val="A4A3A4"/>
          </p15:clr>
        </p15:guide>
        <p15:guide id="5" orient="horz" pos="4187" userDrawn="1">
          <p15:clr>
            <a:srgbClr val="A4A3A4"/>
          </p15:clr>
        </p15:guide>
        <p15:guide id="6" pos="2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33"/>
    <p:restoredTop sz="96327"/>
  </p:normalViewPr>
  <p:slideViewPr>
    <p:cSldViewPr snapToGrid="0" showGuides="1">
      <p:cViewPr varScale="1">
        <p:scale>
          <a:sx n="85" d="100"/>
          <a:sy n="85" d="100"/>
        </p:scale>
        <p:origin x="3728" y="192"/>
      </p:cViewPr>
      <p:guideLst>
        <p:guide orient="horz" pos="5795"/>
        <p:guide pos="966"/>
        <p:guide orient="horz" pos="923"/>
        <p:guide orient="horz" pos="4187"/>
        <p:guide pos="2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F7456D-B2C4-BFC3-E978-F47D5008D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39" y="291893"/>
            <a:ext cx="6921500" cy="543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95088F-9C2C-7C01-29FE-F366DE3D0FDC}"/>
              </a:ext>
            </a:extLst>
          </p:cNvPr>
          <p:cNvSpPr txBox="1"/>
          <p:nvPr/>
        </p:nvSpPr>
        <p:spPr>
          <a:xfrm>
            <a:off x="106084" y="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CF8C8-DC66-546C-4E48-7F85A8DC506A}"/>
              </a:ext>
            </a:extLst>
          </p:cNvPr>
          <p:cNvSpPr txBox="1"/>
          <p:nvPr/>
        </p:nvSpPr>
        <p:spPr>
          <a:xfrm rot="16200000">
            <a:off x="-79949" y="875193"/>
            <a:ext cx="572125" cy="20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DE2E1-6523-C0A6-9228-0C6C1D9E5359}"/>
              </a:ext>
            </a:extLst>
          </p:cNvPr>
          <p:cNvSpPr txBox="1"/>
          <p:nvPr/>
        </p:nvSpPr>
        <p:spPr>
          <a:xfrm rot="16200000">
            <a:off x="-354783" y="3148744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BBBB7-8E3B-2A25-78E3-EBB77220E2B4}"/>
              </a:ext>
            </a:extLst>
          </p:cNvPr>
          <p:cNvSpPr txBox="1"/>
          <p:nvPr/>
        </p:nvSpPr>
        <p:spPr>
          <a:xfrm rot="16200000">
            <a:off x="-354782" y="1874552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7C155-C43E-D0D3-4374-0B0251F3720A}"/>
              </a:ext>
            </a:extLst>
          </p:cNvPr>
          <p:cNvSpPr txBox="1"/>
          <p:nvPr/>
        </p:nvSpPr>
        <p:spPr>
          <a:xfrm rot="16200000">
            <a:off x="-349283" y="4477683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62950A-270A-D89C-5AA7-1ECFC4315DCF}"/>
              </a:ext>
            </a:extLst>
          </p:cNvPr>
          <p:cNvCxnSpPr>
            <a:cxnSpLocks/>
          </p:cNvCxnSpPr>
          <p:nvPr/>
        </p:nvCxnSpPr>
        <p:spPr>
          <a:xfrm flipH="1">
            <a:off x="1009570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894FC4-6E26-BE18-D295-32A123257B90}"/>
              </a:ext>
            </a:extLst>
          </p:cNvPr>
          <p:cNvCxnSpPr>
            <a:cxnSpLocks/>
          </p:cNvCxnSpPr>
          <p:nvPr/>
        </p:nvCxnSpPr>
        <p:spPr>
          <a:xfrm flipH="1">
            <a:off x="2095930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EE5D27-2E48-68D7-CD02-FCF21B6980D8}"/>
              </a:ext>
            </a:extLst>
          </p:cNvPr>
          <p:cNvCxnSpPr>
            <a:cxnSpLocks/>
          </p:cNvCxnSpPr>
          <p:nvPr/>
        </p:nvCxnSpPr>
        <p:spPr>
          <a:xfrm flipH="1">
            <a:off x="3205923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BDFF86-6BE0-2DF3-A0E2-043C5B27E3C8}"/>
              </a:ext>
            </a:extLst>
          </p:cNvPr>
          <p:cNvCxnSpPr>
            <a:cxnSpLocks/>
          </p:cNvCxnSpPr>
          <p:nvPr/>
        </p:nvCxnSpPr>
        <p:spPr>
          <a:xfrm flipH="1">
            <a:off x="4291468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34823F-E173-D54D-81E4-DDC340060343}"/>
              </a:ext>
            </a:extLst>
          </p:cNvPr>
          <p:cNvCxnSpPr>
            <a:cxnSpLocks/>
          </p:cNvCxnSpPr>
          <p:nvPr/>
        </p:nvCxnSpPr>
        <p:spPr>
          <a:xfrm flipH="1">
            <a:off x="5386792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379660-410A-F145-3739-23E27C0DE1DC}"/>
              </a:ext>
            </a:extLst>
          </p:cNvPr>
          <p:cNvCxnSpPr>
            <a:cxnSpLocks/>
          </p:cNvCxnSpPr>
          <p:nvPr/>
        </p:nvCxnSpPr>
        <p:spPr>
          <a:xfrm flipH="1">
            <a:off x="6472335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107002-5D47-911B-ADA8-303489D7F1CB}"/>
              </a:ext>
            </a:extLst>
          </p:cNvPr>
          <p:cNvCxnSpPr>
            <a:cxnSpLocks/>
          </p:cNvCxnSpPr>
          <p:nvPr/>
        </p:nvCxnSpPr>
        <p:spPr>
          <a:xfrm flipH="1">
            <a:off x="1020375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E4293E-F5D1-F540-921A-81B07A126B8B}"/>
              </a:ext>
            </a:extLst>
          </p:cNvPr>
          <p:cNvCxnSpPr>
            <a:cxnSpLocks/>
          </p:cNvCxnSpPr>
          <p:nvPr/>
        </p:nvCxnSpPr>
        <p:spPr>
          <a:xfrm flipH="1">
            <a:off x="2106735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D5581-0704-5464-46AD-6D3969BACAE1}"/>
              </a:ext>
            </a:extLst>
          </p:cNvPr>
          <p:cNvCxnSpPr>
            <a:cxnSpLocks/>
          </p:cNvCxnSpPr>
          <p:nvPr/>
        </p:nvCxnSpPr>
        <p:spPr>
          <a:xfrm flipH="1">
            <a:off x="3216728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11D96F-591F-C8CE-DA0E-7F2754D02412}"/>
              </a:ext>
            </a:extLst>
          </p:cNvPr>
          <p:cNvCxnSpPr>
            <a:cxnSpLocks/>
          </p:cNvCxnSpPr>
          <p:nvPr/>
        </p:nvCxnSpPr>
        <p:spPr>
          <a:xfrm flipH="1">
            <a:off x="4302273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4AA3CE-90C2-C565-40C9-EFECF68BC190}"/>
              </a:ext>
            </a:extLst>
          </p:cNvPr>
          <p:cNvCxnSpPr>
            <a:cxnSpLocks/>
          </p:cNvCxnSpPr>
          <p:nvPr/>
        </p:nvCxnSpPr>
        <p:spPr>
          <a:xfrm flipH="1">
            <a:off x="5397597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E6A9C7-5B76-85E1-6453-04FDBDA94877}"/>
              </a:ext>
            </a:extLst>
          </p:cNvPr>
          <p:cNvCxnSpPr>
            <a:cxnSpLocks/>
          </p:cNvCxnSpPr>
          <p:nvPr/>
        </p:nvCxnSpPr>
        <p:spPr>
          <a:xfrm flipH="1">
            <a:off x="6483140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90A2E3-CBFE-7D95-BE4C-EC8246A96F8F}"/>
              </a:ext>
            </a:extLst>
          </p:cNvPr>
          <p:cNvCxnSpPr>
            <a:cxnSpLocks/>
          </p:cNvCxnSpPr>
          <p:nvPr/>
        </p:nvCxnSpPr>
        <p:spPr>
          <a:xfrm flipH="1">
            <a:off x="1009570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52D819-35B1-2F79-5EB7-6DF49010AD38}"/>
              </a:ext>
            </a:extLst>
          </p:cNvPr>
          <p:cNvCxnSpPr>
            <a:cxnSpLocks/>
          </p:cNvCxnSpPr>
          <p:nvPr/>
        </p:nvCxnSpPr>
        <p:spPr>
          <a:xfrm flipH="1">
            <a:off x="2095930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77B4BD-7659-3903-1591-67EEE2EE6AD7}"/>
              </a:ext>
            </a:extLst>
          </p:cNvPr>
          <p:cNvCxnSpPr>
            <a:cxnSpLocks/>
          </p:cNvCxnSpPr>
          <p:nvPr/>
        </p:nvCxnSpPr>
        <p:spPr>
          <a:xfrm flipH="1">
            <a:off x="3205923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F86DF8-C177-0236-E0E7-30A9532594E0}"/>
              </a:ext>
            </a:extLst>
          </p:cNvPr>
          <p:cNvCxnSpPr>
            <a:cxnSpLocks/>
          </p:cNvCxnSpPr>
          <p:nvPr/>
        </p:nvCxnSpPr>
        <p:spPr>
          <a:xfrm flipH="1">
            <a:off x="4291468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539ECC-2FA1-BB55-6E00-ACF30E90F300}"/>
              </a:ext>
            </a:extLst>
          </p:cNvPr>
          <p:cNvCxnSpPr>
            <a:cxnSpLocks/>
          </p:cNvCxnSpPr>
          <p:nvPr/>
        </p:nvCxnSpPr>
        <p:spPr>
          <a:xfrm flipH="1">
            <a:off x="5386792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73F354-21D6-0514-76E4-0D57FC19F8F3}"/>
              </a:ext>
            </a:extLst>
          </p:cNvPr>
          <p:cNvCxnSpPr>
            <a:cxnSpLocks/>
          </p:cNvCxnSpPr>
          <p:nvPr/>
        </p:nvCxnSpPr>
        <p:spPr>
          <a:xfrm flipH="1">
            <a:off x="6472335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B755DAF-9069-3A49-BF6F-01A2FD3AE306}"/>
              </a:ext>
            </a:extLst>
          </p:cNvPr>
          <p:cNvCxnSpPr>
            <a:cxnSpLocks/>
          </p:cNvCxnSpPr>
          <p:nvPr/>
        </p:nvCxnSpPr>
        <p:spPr>
          <a:xfrm flipH="1">
            <a:off x="1009570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503FAE-E504-B069-1505-E6D0D0AEDCCD}"/>
              </a:ext>
            </a:extLst>
          </p:cNvPr>
          <p:cNvCxnSpPr>
            <a:cxnSpLocks/>
          </p:cNvCxnSpPr>
          <p:nvPr/>
        </p:nvCxnSpPr>
        <p:spPr>
          <a:xfrm flipH="1">
            <a:off x="2095930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C7F750A-09C8-FC02-1281-6FC81F05A7D7}"/>
              </a:ext>
            </a:extLst>
          </p:cNvPr>
          <p:cNvCxnSpPr>
            <a:cxnSpLocks/>
          </p:cNvCxnSpPr>
          <p:nvPr/>
        </p:nvCxnSpPr>
        <p:spPr>
          <a:xfrm flipH="1">
            <a:off x="3205923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7988953-EFB2-F7F3-D65C-7856BAD48EDF}"/>
              </a:ext>
            </a:extLst>
          </p:cNvPr>
          <p:cNvCxnSpPr>
            <a:cxnSpLocks/>
          </p:cNvCxnSpPr>
          <p:nvPr/>
        </p:nvCxnSpPr>
        <p:spPr>
          <a:xfrm flipH="1">
            <a:off x="4291468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5E1A526-BE07-DE68-B83F-54ABFBE41344}"/>
              </a:ext>
            </a:extLst>
          </p:cNvPr>
          <p:cNvCxnSpPr>
            <a:cxnSpLocks/>
          </p:cNvCxnSpPr>
          <p:nvPr/>
        </p:nvCxnSpPr>
        <p:spPr>
          <a:xfrm flipH="1">
            <a:off x="5386792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D31FEB0-AEAD-D3AB-D9CC-1568920E2B10}"/>
              </a:ext>
            </a:extLst>
          </p:cNvPr>
          <p:cNvCxnSpPr>
            <a:cxnSpLocks/>
          </p:cNvCxnSpPr>
          <p:nvPr/>
        </p:nvCxnSpPr>
        <p:spPr>
          <a:xfrm flipH="1">
            <a:off x="6472335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402C846-5273-F9F5-5C29-9F0552C495FF}"/>
              </a:ext>
            </a:extLst>
          </p:cNvPr>
          <p:cNvSpPr txBox="1"/>
          <p:nvPr/>
        </p:nvSpPr>
        <p:spPr>
          <a:xfrm>
            <a:off x="408094" y="0"/>
            <a:ext cx="1202949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Non-entrainment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interval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8744371-7B99-B916-C8AA-FCB6CC1CD216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1009569" y="200055"/>
            <a:ext cx="0" cy="3054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609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4704</TotalTime>
  <Words>7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43</cp:revision>
  <dcterms:created xsi:type="dcterms:W3CDTF">2022-09-13T02:17:13Z</dcterms:created>
  <dcterms:modified xsi:type="dcterms:W3CDTF">2022-11-28T21:00:24Z</dcterms:modified>
</cp:coreProperties>
</file>