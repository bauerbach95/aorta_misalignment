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"/>
  </p:notesMasterIdLst>
  <p:sldIdLst>
    <p:sldId id="263" r:id="rId2"/>
    <p:sldId id="264" r:id="rId3"/>
  </p:sldIdLst>
  <p:sldSz cx="7562850" cy="99393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011" userDrawn="1">
          <p15:clr>
            <a:srgbClr val="A4A3A4"/>
          </p15:clr>
        </p15:guide>
        <p15:guide id="2" pos="126" userDrawn="1">
          <p15:clr>
            <a:srgbClr val="A4A3A4"/>
          </p15:clr>
        </p15:guide>
        <p15:guide id="4" orient="horz" pos="4331" userDrawn="1">
          <p15:clr>
            <a:srgbClr val="A4A3A4"/>
          </p15:clr>
        </p15:guide>
        <p15:guide id="5" orient="horz" pos="3251" userDrawn="1">
          <p15:clr>
            <a:srgbClr val="A4A3A4"/>
          </p15:clr>
        </p15:guide>
        <p15:guide id="6" pos="26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06"/>
    <p:restoredTop sz="96327"/>
  </p:normalViewPr>
  <p:slideViewPr>
    <p:cSldViewPr snapToGrid="0" showGuides="1">
      <p:cViewPr>
        <p:scale>
          <a:sx n="104" d="100"/>
          <a:sy n="104" d="100"/>
        </p:scale>
        <p:origin x="3808" y="320"/>
      </p:cViewPr>
      <p:guideLst>
        <p:guide orient="horz" pos="6011"/>
        <p:guide pos="126"/>
        <p:guide orient="horz" pos="4331"/>
        <p:guide orient="horz" pos="3251"/>
        <p:guide pos="269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4F087-AC96-2341-BEC2-23F010E2C901}" type="datetimeFigureOut">
              <a:rPr lang="en-US" smtClean="0"/>
              <a:t>12/2/22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54250" y="1143000"/>
            <a:ext cx="2349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1912B5-17F9-7B4A-9EE2-E3308FDCF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44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26647"/>
            <a:ext cx="6428423" cy="3460362"/>
          </a:xfrm>
        </p:spPr>
        <p:txBody>
          <a:bodyPr anchor="b"/>
          <a:lstStyle>
            <a:lvl1pPr algn="ctr">
              <a:defRPr sz="4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356" y="5220454"/>
            <a:ext cx="5672138" cy="2399705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150" indent="0" algn="ctr">
              <a:buNone/>
              <a:defRPr sz="1654"/>
            </a:lvl2pPr>
            <a:lvl3pPr marL="756300" indent="0" algn="ctr">
              <a:buNone/>
              <a:defRPr sz="1489"/>
            </a:lvl3pPr>
            <a:lvl4pPr marL="1134450" indent="0" algn="ctr">
              <a:buNone/>
              <a:defRPr sz="1323"/>
            </a:lvl4pPr>
            <a:lvl5pPr marL="1512600" indent="0" algn="ctr">
              <a:buNone/>
              <a:defRPr sz="1323"/>
            </a:lvl5pPr>
            <a:lvl6pPr marL="1890751" indent="0" algn="ctr">
              <a:buNone/>
              <a:defRPr sz="1323"/>
            </a:lvl6pPr>
            <a:lvl7pPr marL="2268901" indent="0" algn="ctr">
              <a:buNone/>
              <a:defRPr sz="1323"/>
            </a:lvl7pPr>
            <a:lvl8pPr marL="2647051" indent="0" algn="ctr">
              <a:buNone/>
              <a:defRPr sz="1323"/>
            </a:lvl8pPr>
            <a:lvl9pPr marL="3025201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34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13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007" y="2477935"/>
            <a:ext cx="6522958" cy="4134488"/>
          </a:xfrm>
        </p:spPr>
        <p:txBody>
          <a:bodyPr anchor="b"/>
          <a:lstStyle>
            <a:lvl1pPr>
              <a:defRPr sz="4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6007" y="6651537"/>
            <a:ext cx="6522958" cy="2174229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/>
                </a:solidFill>
              </a:defRPr>
            </a:lvl1pPr>
            <a:lvl2pPr marL="378150" indent="0">
              <a:buNone/>
              <a:defRPr sz="1654">
                <a:solidFill>
                  <a:schemeClr val="tx1">
                    <a:tint val="75000"/>
                  </a:schemeClr>
                </a:solidFill>
              </a:defRPr>
            </a:lvl2pPr>
            <a:lvl3pPr marL="756300" indent="0">
              <a:buNone/>
              <a:defRPr sz="1489">
                <a:solidFill>
                  <a:schemeClr val="tx1">
                    <a:tint val="75000"/>
                  </a:schemeClr>
                </a:solidFill>
              </a:defRPr>
            </a:lvl3pPr>
            <a:lvl4pPr marL="113445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260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9075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890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705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520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87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946" y="2645888"/>
            <a:ext cx="3214211" cy="63064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8693" y="2645888"/>
            <a:ext cx="3214211" cy="63064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56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529180"/>
            <a:ext cx="6522958" cy="19211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932" y="2436519"/>
            <a:ext cx="3199440" cy="119410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932" y="3630619"/>
            <a:ext cx="3199440" cy="534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8693" y="2436519"/>
            <a:ext cx="3215196" cy="119410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8693" y="3630619"/>
            <a:ext cx="3215196" cy="534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01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3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32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662622"/>
            <a:ext cx="2439216" cy="2319179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5196" y="1431083"/>
            <a:ext cx="3828693" cy="7063372"/>
          </a:xfrm>
        </p:spPr>
        <p:txBody>
          <a:bodyPr/>
          <a:lstStyle>
            <a:lvl1pPr>
              <a:defRPr sz="2647"/>
            </a:lvl1pPr>
            <a:lvl2pPr>
              <a:defRPr sz="2316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931" y="2981801"/>
            <a:ext cx="2439216" cy="5524156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55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662622"/>
            <a:ext cx="2439216" cy="2319179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5196" y="1431083"/>
            <a:ext cx="3828693" cy="7063372"/>
          </a:xfrm>
        </p:spPr>
        <p:txBody>
          <a:bodyPr anchor="t"/>
          <a:lstStyle>
            <a:lvl1pPr marL="0" indent="0">
              <a:buNone/>
              <a:defRPr sz="2647"/>
            </a:lvl1pPr>
            <a:lvl2pPr marL="378150" indent="0">
              <a:buNone/>
              <a:defRPr sz="2316"/>
            </a:lvl2pPr>
            <a:lvl3pPr marL="756300" indent="0">
              <a:buNone/>
              <a:defRPr sz="1985"/>
            </a:lvl3pPr>
            <a:lvl4pPr marL="1134450" indent="0">
              <a:buNone/>
              <a:defRPr sz="1654"/>
            </a:lvl4pPr>
            <a:lvl5pPr marL="1512600" indent="0">
              <a:buNone/>
              <a:defRPr sz="1654"/>
            </a:lvl5pPr>
            <a:lvl6pPr marL="1890751" indent="0">
              <a:buNone/>
              <a:defRPr sz="1654"/>
            </a:lvl6pPr>
            <a:lvl7pPr marL="2268901" indent="0">
              <a:buNone/>
              <a:defRPr sz="1654"/>
            </a:lvl7pPr>
            <a:lvl8pPr marL="2647051" indent="0">
              <a:buNone/>
              <a:defRPr sz="1654"/>
            </a:lvl8pPr>
            <a:lvl9pPr marL="3025201" indent="0">
              <a:buNone/>
              <a:defRPr sz="165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931" y="2981801"/>
            <a:ext cx="2439216" cy="5524156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9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2165" y="529177"/>
            <a:ext cx="1630740" cy="84231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946" y="529177"/>
            <a:ext cx="4797683" cy="84231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4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946" y="529180"/>
            <a:ext cx="6522958" cy="19211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946" y="2645888"/>
            <a:ext cx="6522958" cy="6306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946" y="9212296"/>
            <a:ext cx="1701641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5194" y="9212296"/>
            <a:ext cx="2552462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1263" y="9212296"/>
            <a:ext cx="1701641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56300" rtl="0" eaLnBrk="1" latinLnBrk="0" hangingPunct="1">
        <a:lnSpc>
          <a:spcPct val="90000"/>
        </a:lnSpc>
        <a:spcBef>
          <a:spcPct val="0"/>
        </a:spcBef>
        <a:buNone/>
        <a:defRPr sz="36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75" indent="-189075" algn="l" defTabSz="75630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6" kern="1200">
          <a:solidFill>
            <a:schemeClr val="tx1"/>
          </a:solidFill>
          <a:latin typeface="+mn-lt"/>
          <a:ea typeface="+mn-ea"/>
          <a:cs typeface="+mn-cs"/>
        </a:defRPr>
      </a:lvl1pPr>
      <a:lvl2pPr marL="5672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37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5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7016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20798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4579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8361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2142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1pPr>
      <a:lvl2pPr marL="3781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2pPr>
      <a:lvl3pPr marL="7563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3pPr>
      <a:lvl4pPr marL="11344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5126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18907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2689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6470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0252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0" Type="http://schemas.openxmlformats.org/officeDocument/2006/relationships/image" Target="../media/image9.emf"/><Relationship Id="rId4" Type="http://schemas.openxmlformats.org/officeDocument/2006/relationships/image" Target="../media/image3.emf"/><Relationship Id="rId9" Type="http://schemas.openxmlformats.org/officeDocument/2006/relationships/image" Target="../media/image8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0" Type="http://schemas.openxmlformats.org/officeDocument/2006/relationships/image" Target="../media/image9.emf"/><Relationship Id="rId4" Type="http://schemas.openxmlformats.org/officeDocument/2006/relationships/image" Target="../media/image3.emf"/><Relationship Id="rId9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595088F-9C2C-7C01-29FE-F366DE3D0FDC}"/>
              </a:ext>
            </a:extLst>
          </p:cNvPr>
          <p:cNvSpPr txBox="1"/>
          <p:nvPr/>
        </p:nvSpPr>
        <p:spPr>
          <a:xfrm>
            <a:off x="277534" y="137160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5CA56F-FE88-2802-D214-25EA4272B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581" y="0"/>
            <a:ext cx="1905000" cy="1562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60FBEE-24AF-51E7-9C4F-0657BCC61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889" y="0"/>
            <a:ext cx="1905000" cy="1562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32A0BB-E703-0615-AA18-E119EE733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168" y="1562100"/>
            <a:ext cx="1905000" cy="15621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A0BCE08-9FDC-2094-1318-3E92B48C51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4912" y="1562100"/>
            <a:ext cx="1905000" cy="15621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512A008-A0D0-913C-9CF1-400166197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2694" y="3362642"/>
            <a:ext cx="1905000" cy="16129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2D042B6-BE60-F648-1FF2-0B2F5AB5D4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7467" y="3362642"/>
            <a:ext cx="1905000" cy="16129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372DE73-C3EB-3160-72AE-C20173CAA3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2694" y="4918708"/>
            <a:ext cx="1905000" cy="16129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F9773C9-3B6F-7493-1D99-613941F3DD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62581" y="4918708"/>
            <a:ext cx="1905000" cy="16129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379D6A62-7D16-D429-5915-756892FC846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37146" y="6770050"/>
            <a:ext cx="1981200" cy="156210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1838CFA8-12E4-566D-7543-051E5F0B54F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5132" y="6770050"/>
            <a:ext cx="1981200" cy="15621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0B8027C7-93B5-7F6A-BD91-BF676E444E4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87946" y="8332150"/>
            <a:ext cx="1930400" cy="15621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3613BD71-225E-EC1E-0067-336D7BC4C8E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93232" y="8332150"/>
            <a:ext cx="1930400" cy="156210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654BAF21-3F30-671D-3EB6-9FD703828642}"/>
              </a:ext>
            </a:extLst>
          </p:cNvPr>
          <p:cNvSpPr txBox="1"/>
          <p:nvPr/>
        </p:nvSpPr>
        <p:spPr>
          <a:xfrm>
            <a:off x="1222154" y="513208"/>
            <a:ext cx="82998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180948-BBE4-0F8E-36DF-62DB6917160C}"/>
              </a:ext>
            </a:extLst>
          </p:cNvPr>
          <p:cNvSpPr txBox="1"/>
          <p:nvPr/>
        </p:nvSpPr>
        <p:spPr>
          <a:xfrm>
            <a:off x="1222154" y="3873009"/>
            <a:ext cx="82998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E72B153-C77B-60DE-5FCC-508C9AD40F4C}"/>
              </a:ext>
            </a:extLst>
          </p:cNvPr>
          <p:cNvSpPr txBox="1"/>
          <p:nvPr/>
        </p:nvSpPr>
        <p:spPr>
          <a:xfrm>
            <a:off x="354434" y="1362045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820609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5CA56F-FE88-2802-D214-25EA4272B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669" y="380078"/>
            <a:ext cx="1905000" cy="1562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60FBEE-24AF-51E7-9C4F-0657BCC61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64" y="2045015"/>
            <a:ext cx="1905000" cy="1562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32A0BB-E703-0615-AA18-E119EE733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64" y="3685091"/>
            <a:ext cx="1905000" cy="15621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A0BCE08-9FDC-2094-1318-3E92B48C51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311" y="5379537"/>
            <a:ext cx="1905000" cy="15621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512A008-A0D0-913C-9CF1-400166197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5180" y="354678"/>
            <a:ext cx="1905000" cy="16129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2D042B6-BE60-F648-1FF2-0B2F5AB5D4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5125" y="2019615"/>
            <a:ext cx="1905000" cy="16129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372DE73-C3EB-3160-72AE-C20173CAA3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05125" y="3648420"/>
            <a:ext cx="1905000" cy="16129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F9773C9-3B6F-7493-1D99-613941F3DD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05125" y="5328737"/>
            <a:ext cx="1905000" cy="16129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379D6A62-7D16-D429-5915-756892FC846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30072" y="405478"/>
            <a:ext cx="1981200" cy="156210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1838CFA8-12E4-566D-7543-051E5F0B54F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30072" y="2105289"/>
            <a:ext cx="1981200" cy="15621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0B8027C7-93B5-7F6A-BD91-BF676E444E4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80872" y="3699220"/>
            <a:ext cx="1930400" cy="15621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3613BD71-225E-EC1E-0067-336D7BC4C8E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97644" y="5379537"/>
            <a:ext cx="1930400" cy="156210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654BAF21-3F30-671D-3EB6-9FD703828642}"/>
              </a:ext>
            </a:extLst>
          </p:cNvPr>
          <p:cNvSpPr txBox="1"/>
          <p:nvPr/>
        </p:nvSpPr>
        <p:spPr>
          <a:xfrm>
            <a:off x="336586" y="908589"/>
            <a:ext cx="82998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180948-BBE4-0F8E-36DF-62DB6917160C}"/>
              </a:ext>
            </a:extLst>
          </p:cNvPr>
          <p:cNvSpPr txBox="1"/>
          <p:nvPr/>
        </p:nvSpPr>
        <p:spPr>
          <a:xfrm>
            <a:off x="425599" y="4193244"/>
            <a:ext cx="82998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EC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D542BB-E7F7-E193-5993-01C37D315D30}"/>
              </a:ext>
            </a:extLst>
          </p:cNvPr>
          <p:cNvSpPr txBox="1"/>
          <p:nvPr/>
        </p:nvSpPr>
        <p:spPr>
          <a:xfrm>
            <a:off x="277534" y="2584430"/>
            <a:ext cx="82998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Fibroblast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146ECB-6A0D-030D-56A2-F14B4BC98084}"/>
              </a:ext>
            </a:extLst>
          </p:cNvPr>
          <p:cNvSpPr txBox="1"/>
          <p:nvPr/>
        </p:nvSpPr>
        <p:spPr>
          <a:xfrm>
            <a:off x="200025" y="5854330"/>
            <a:ext cx="82998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Macrophage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D70FDA-289E-B387-978D-8F038DE57571}"/>
              </a:ext>
            </a:extLst>
          </p:cNvPr>
          <p:cNvSpPr txBox="1"/>
          <p:nvPr/>
        </p:nvSpPr>
        <p:spPr>
          <a:xfrm>
            <a:off x="1349425" y="72301"/>
            <a:ext cx="1167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Expected effects at each individual time point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E54EF8-7BE8-FB18-E96E-770F2AB77FB2}"/>
              </a:ext>
            </a:extLst>
          </p:cNvPr>
          <p:cNvSpPr txBox="1"/>
          <p:nvPr/>
        </p:nvSpPr>
        <p:spPr>
          <a:xfrm>
            <a:off x="3430293" y="146670"/>
            <a:ext cx="116728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Expected </a:t>
            </a:r>
            <a:r>
              <a:rPr lang="en-US" sz="700" u="sng" dirty="0" err="1">
                <a:latin typeface="Arial" panose="020B0604020202020204" pitchFamily="34" charset="0"/>
                <a:cs typeface="Arial" panose="020B0604020202020204" pitchFamily="34" charset="0"/>
              </a:rPr>
              <a:t>mesor</a:t>
            </a:r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 effects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F80F92-6D88-B5A1-4609-602128660FBB}"/>
              </a:ext>
            </a:extLst>
          </p:cNvPr>
          <p:cNvSpPr txBox="1"/>
          <p:nvPr/>
        </p:nvSpPr>
        <p:spPr>
          <a:xfrm>
            <a:off x="5423697" y="154623"/>
            <a:ext cx="123154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Expected cosine similarity</a:t>
            </a:r>
          </a:p>
        </p:txBody>
      </p:sp>
    </p:spTree>
    <p:extLst>
      <p:ext uri="{BB962C8B-B14F-4D97-AF65-F5344CB8AC3E}">
        <p14:creationId xmlns:p14="http://schemas.microsoft.com/office/powerpoint/2010/main" val="3071936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4716</TotalTime>
  <Words>21</Words>
  <Application>Microsoft Macintosh PowerPoint</Application>
  <PresentationFormat>Custom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Auerbach, Ben</dc:creator>
  <cp:lastModifiedBy>Auerbach, Ben</cp:lastModifiedBy>
  <cp:revision>44</cp:revision>
  <dcterms:created xsi:type="dcterms:W3CDTF">2022-09-13T02:17:13Z</dcterms:created>
  <dcterms:modified xsi:type="dcterms:W3CDTF">2022-12-02T17:37:09Z</dcterms:modified>
</cp:coreProperties>
</file>