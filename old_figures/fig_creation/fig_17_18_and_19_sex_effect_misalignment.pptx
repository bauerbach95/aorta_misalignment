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7"/>
  </p:notesMasterIdLst>
  <p:sldIdLst>
    <p:sldId id="261" r:id="rId2"/>
    <p:sldId id="262" r:id="rId3"/>
    <p:sldId id="263" r:id="rId4"/>
    <p:sldId id="264" r:id="rId5"/>
    <p:sldId id="265" r:id="rId6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03" userDrawn="1">
          <p15:clr>
            <a:srgbClr val="A4A3A4"/>
          </p15:clr>
        </p15:guide>
        <p15:guide id="2" pos="270" userDrawn="1">
          <p15:clr>
            <a:srgbClr val="A4A3A4"/>
          </p15:clr>
        </p15:guide>
        <p15:guide id="4" orient="horz" pos="5867" userDrawn="1">
          <p15:clr>
            <a:srgbClr val="A4A3A4"/>
          </p15:clr>
        </p15:guide>
        <p15:guide id="5" orient="horz" pos="1091" userDrawn="1">
          <p15:clr>
            <a:srgbClr val="A4A3A4"/>
          </p15:clr>
        </p15:guide>
        <p15:guide id="6" pos="16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9"/>
    <p:restoredTop sz="94719"/>
  </p:normalViewPr>
  <p:slideViewPr>
    <p:cSldViewPr snapToGrid="0" showGuides="1">
      <p:cViewPr>
        <p:scale>
          <a:sx n="142" d="100"/>
          <a:sy n="142" d="100"/>
        </p:scale>
        <p:origin x="2832" y="144"/>
      </p:cViewPr>
      <p:guideLst>
        <p:guide orient="horz" pos="2603"/>
        <p:guide pos="270"/>
        <p:guide orient="horz" pos="5867"/>
        <p:guide orient="horz" pos="1091"/>
        <p:guide pos="1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12/2/22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8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3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12" Type="http://schemas.openxmlformats.org/officeDocument/2006/relationships/image" Target="../media/image22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11" Type="http://schemas.openxmlformats.org/officeDocument/2006/relationships/image" Target="../media/image21.emf"/><Relationship Id="rId5" Type="http://schemas.openxmlformats.org/officeDocument/2006/relationships/image" Target="../media/image15.emf"/><Relationship Id="rId10" Type="http://schemas.openxmlformats.org/officeDocument/2006/relationships/image" Target="../media/image20.emf"/><Relationship Id="rId4" Type="http://schemas.openxmlformats.org/officeDocument/2006/relationships/image" Target="../media/image14.emf"/><Relationship Id="rId9" Type="http://schemas.openxmlformats.org/officeDocument/2006/relationships/image" Target="../media/image1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>
            <a:extLst>
              <a:ext uri="{FF2B5EF4-FFF2-40B4-BE49-F238E27FC236}">
                <a16:creationId xmlns:a16="http://schemas.microsoft.com/office/drawing/2014/main" id="{B1E1B44D-E68B-FD96-2077-C5313B71695D}"/>
              </a:ext>
            </a:extLst>
          </p:cNvPr>
          <p:cNvSpPr txBox="1"/>
          <p:nvPr/>
        </p:nvSpPr>
        <p:spPr>
          <a:xfrm>
            <a:off x="1009187" y="132751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1853E6-774A-196C-3FE7-1A3096D0C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25" y="2094931"/>
            <a:ext cx="2082800" cy="1562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99CE02-2685-D6E0-361B-B7FF7E839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800" y="2094931"/>
            <a:ext cx="2082800" cy="1562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41B4289-52CA-00BA-F7F4-FA2FAAF49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25" y="3725951"/>
            <a:ext cx="2146300" cy="1562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799DD20-9ADA-98B4-8B7D-05703E761D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5800" y="3725951"/>
            <a:ext cx="2082800" cy="1562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94F84C-488D-E40A-D9E2-2C7E5CB595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825" y="232779"/>
            <a:ext cx="2641600" cy="1435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02AF7C-A46F-2FDF-3B04-629598055AF0}"/>
              </a:ext>
            </a:extLst>
          </p:cNvPr>
          <p:cNvSpPr txBox="1"/>
          <p:nvPr/>
        </p:nvSpPr>
        <p:spPr>
          <a:xfrm>
            <a:off x="122487" y="2675926"/>
            <a:ext cx="12049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DC49B-769F-3AF5-104F-FF66976664BE}"/>
              </a:ext>
            </a:extLst>
          </p:cNvPr>
          <p:cNvSpPr txBox="1"/>
          <p:nvPr/>
        </p:nvSpPr>
        <p:spPr>
          <a:xfrm>
            <a:off x="122487" y="4306946"/>
            <a:ext cx="12049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7F564-3986-A101-BB79-BF4AC09FF4C0}"/>
              </a:ext>
            </a:extLst>
          </p:cNvPr>
          <p:cNvSpPr txBox="1"/>
          <p:nvPr/>
        </p:nvSpPr>
        <p:spPr>
          <a:xfrm>
            <a:off x="4514684" y="2675926"/>
            <a:ext cx="12049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C9A778-59A1-0780-D92F-26907EED1A04}"/>
              </a:ext>
            </a:extLst>
          </p:cNvPr>
          <p:cNvSpPr txBox="1"/>
          <p:nvPr/>
        </p:nvSpPr>
        <p:spPr>
          <a:xfrm>
            <a:off x="4514684" y="4306946"/>
            <a:ext cx="12049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C256E5-4D2B-A68E-A0EE-48EA624FD42F}"/>
              </a:ext>
            </a:extLst>
          </p:cNvPr>
          <p:cNvSpPr txBox="1"/>
          <p:nvPr/>
        </p:nvSpPr>
        <p:spPr>
          <a:xfrm>
            <a:off x="5012" y="1894876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0627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E1DD51-EE38-B07E-8FFC-07C7B37B708E}"/>
              </a:ext>
            </a:extLst>
          </p:cNvPr>
          <p:cNvSpPr txBox="1"/>
          <p:nvPr/>
        </p:nvSpPr>
        <p:spPr>
          <a:xfrm>
            <a:off x="1458442" y="245830"/>
            <a:ext cx="982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1EC871-0E34-D78C-B6F3-B61C67270A83}"/>
              </a:ext>
            </a:extLst>
          </p:cNvPr>
          <p:cNvSpPr txBox="1"/>
          <p:nvPr/>
        </p:nvSpPr>
        <p:spPr>
          <a:xfrm>
            <a:off x="3377104" y="246310"/>
            <a:ext cx="982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Female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8B8241-1CB4-D432-9A20-5D15EF1C2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13" y="385420"/>
            <a:ext cx="1968500" cy="1562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8A2E95-F1C5-79D9-6F81-099A0C2D2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19" y="1927798"/>
            <a:ext cx="1968500" cy="1562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7F7E1E-CF63-7521-CD05-E5011A33D06D}"/>
              </a:ext>
            </a:extLst>
          </p:cNvPr>
          <p:cNvSpPr txBox="1"/>
          <p:nvPr/>
        </p:nvSpPr>
        <p:spPr>
          <a:xfrm>
            <a:off x="228600" y="957837"/>
            <a:ext cx="125306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Id1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A43B71-6E8F-95C6-ACD8-31831F97A8B7}"/>
              </a:ext>
            </a:extLst>
          </p:cNvPr>
          <p:cNvSpPr txBox="1"/>
          <p:nvPr/>
        </p:nvSpPr>
        <p:spPr>
          <a:xfrm>
            <a:off x="259446" y="2472663"/>
            <a:ext cx="125306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Id3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80D09D7-1CCE-1B71-4B9B-9E6FF260F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22" y="359529"/>
            <a:ext cx="1968500" cy="1574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997A66-2E2E-1B35-D24F-365728C3B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422" y="1914607"/>
            <a:ext cx="1968500" cy="15621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BAA605B-AC8D-8FBD-F97C-82497A7E04BB}"/>
              </a:ext>
            </a:extLst>
          </p:cNvPr>
          <p:cNvSpPr txBox="1"/>
          <p:nvPr/>
        </p:nvSpPr>
        <p:spPr>
          <a:xfrm>
            <a:off x="-753533" y="359529"/>
            <a:ext cx="98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SMC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CDED92E-9B53-FE10-F2F9-57B2ACAAD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0784" y="3987818"/>
            <a:ext cx="2006600" cy="15621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5FC4A0E-4892-D063-2BDB-FDF8C0056730}"/>
              </a:ext>
            </a:extLst>
          </p:cNvPr>
          <p:cNvSpPr txBox="1"/>
          <p:nvPr/>
        </p:nvSpPr>
        <p:spPr>
          <a:xfrm>
            <a:off x="-1654072" y="3987489"/>
            <a:ext cx="829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Ascending SMC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F31B032-1D80-56A7-AB93-DADC682E8C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19" y="3987489"/>
            <a:ext cx="1968500" cy="15621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E21D88A-9943-E910-D8A5-2F8A545EF370}"/>
              </a:ext>
            </a:extLst>
          </p:cNvPr>
          <p:cNvSpPr txBox="1"/>
          <p:nvPr/>
        </p:nvSpPr>
        <p:spPr>
          <a:xfrm>
            <a:off x="172359" y="4515846"/>
            <a:ext cx="982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Ccn2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264ED5-C1CB-F050-99E4-142D0ACCF14C}"/>
              </a:ext>
            </a:extLst>
          </p:cNvPr>
          <p:cNvSpPr txBox="1"/>
          <p:nvPr/>
        </p:nvSpPr>
        <p:spPr>
          <a:xfrm>
            <a:off x="1486589" y="3873790"/>
            <a:ext cx="982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EB16C1-5B79-13F1-DAF4-819E7A84EAFD}"/>
              </a:ext>
            </a:extLst>
          </p:cNvPr>
          <p:cNvSpPr txBox="1"/>
          <p:nvPr/>
        </p:nvSpPr>
        <p:spPr>
          <a:xfrm>
            <a:off x="3405251" y="3874270"/>
            <a:ext cx="982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Female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920BD7-7F02-86D5-1EF4-952379FCC1B6}"/>
              </a:ext>
            </a:extLst>
          </p:cNvPr>
          <p:cNvSpPr txBox="1"/>
          <p:nvPr/>
        </p:nvSpPr>
        <p:spPr>
          <a:xfrm>
            <a:off x="259446" y="215598"/>
            <a:ext cx="125306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579FAA-C1B7-2383-8E2F-5E8681274390}"/>
              </a:ext>
            </a:extLst>
          </p:cNvPr>
          <p:cNvSpPr txBox="1"/>
          <p:nvPr/>
        </p:nvSpPr>
        <p:spPr>
          <a:xfrm>
            <a:off x="259446" y="3800750"/>
            <a:ext cx="125306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9094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E83CA3-234D-137A-BA6F-8A4FDF7FE391}"/>
              </a:ext>
            </a:extLst>
          </p:cNvPr>
          <p:cNvSpPr txBox="1"/>
          <p:nvPr/>
        </p:nvSpPr>
        <p:spPr>
          <a:xfrm>
            <a:off x="-2220479" y="249730"/>
            <a:ext cx="138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Endothelial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0888B-A77C-AF5D-F4E5-FC0655489578}"/>
              </a:ext>
            </a:extLst>
          </p:cNvPr>
          <p:cNvSpPr txBox="1"/>
          <p:nvPr/>
        </p:nvSpPr>
        <p:spPr>
          <a:xfrm>
            <a:off x="1" y="3669137"/>
            <a:ext cx="861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Fabp4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B911F-AC53-F466-EC59-56D10A9A031D}"/>
              </a:ext>
            </a:extLst>
          </p:cNvPr>
          <p:cNvSpPr txBox="1"/>
          <p:nvPr/>
        </p:nvSpPr>
        <p:spPr>
          <a:xfrm>
            <a:off x="1" y="836177"/>
            <a:ext cx="5599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Egr3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B318D-36B7-18A6-BD64-CF24C8931F7E}"/>
              </a:ext>
            </a:extLst>
          </p:cNvPr>
          <p:cNvSpPr txBox="1"/>
          <p:nvPr/>
        </p:nvSpPr>
        <p:spPr>
          <a:xfrm>
            <a:off x="0" y="2209125"/>
            <a:ext cx="861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 err="1">
                <a:latin typeface="Arial" panose="020B0604020202020204" pitchFamily="34" charset="0"/>
                <a:cs typeface="Arial" panose="020B0604020202020204" pitchFamily="34" charset="0"/>
              </a:rPr>
              <a:t>Nrarp</a:t>
            </a:r>
            <a:endParaRPr lang="en-US" sz="7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A4320B-A214-CE43-ECB5-BC2DFCD2D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725" y="255182"/>
            <a:ext cx="1968500" cy="156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6AFFF9-DEB2-05AF-6429-C3E6B2CD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625" y="1722706"/>
            <a:ext cx="2006600" cy="1562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B817F7-785F-4761-44DC-4392A49F1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625" y="3190230"/>
            <a:ext cx="2006600" cy="1562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0FB883-F160-95BD-7606-4C0C3327F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66" y="3190230"/>
            <a:ext cx="1968500" cy="1562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2B1304-A257-6810-6E35-EBCF028DED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16" y="255182"/>
            <a:ext cx="1968500" cy="156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ABF166-BE3E-AB51-3ABB-FCFAAB71F8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766" y="1722706"/>
            <a:ext cx="2006600" cy="15621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ECDC859-243E-CEBA-D8FE-687C6E9EB6B1}"/>
              </a:ext>
            </a:extLst>
          </p:cNvPr>
          <p:cNvSpPr txBox="1"/>
          <p:nvPr/>
        </p:nvSpPr>
        <p:spPr>
          <a:xfrm>
            <a:off x="1324377" y="155154"/>
            <a:ext cx="861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C288BC-B7EE-51E4-EB63-E587DAD78C15}"/>
              </a:ext>
            </a:extLst>
          </p:cNvPr>
          <p:cNvSpPr txBox="1"/>
          <p:nvPr/>
        </p:nvSpPr>
        <p:spPr>
          <a:xfrm>
            <a:off x="3236286" y="149703"/>
            <a:ext cx="861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Female</a:t>
            </a:r>
          </a:p>
        </p:txBody>
      </p:sp>
      <p:pic>
        <p:nvPicPr>
          <p:cNvPr id="34" name="Content Placeholder 4">
            <a:extLst>
              <a:ext uri="{FF2B5EF4-FFF2-40B4-BE49-F238E27FC236}">
                <a16:creationId xmlns:a16="http://schemas.microsoft.com/office/drawing/2014/main" id="{E4C4BEE2-CA93-FD4A-062A-F4201941C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385866" y="5117575"/>
            <a:ext cx="1968500" cy="1562100"/>
          </a:xfr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7B7D87A-6E8D-6F7F-8A24-F9DE223E258A}"/>
              </a:ext>
            </a:extLst>
          </p:cNvPr>
          <p:cNvSpPr txBox="1"/>
          <p:nvPr/>
        </p:nvSpPr>
        <p:spPr>
          <a:xfrm>
            <a:off x="-1" y="5677007"/>
            <a:ext cx="160866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 err="1">
                <a:latin typeface="Arial" panose="020B0604020202020204" pitchFamily="34" charset="0"/>
                <a:cs typeface="Arial" panose="020B0604020202020204" pitchFamily="34" charset="0"/>
              </a:rPr>
              <a:t>Hbegf</a:t>
            </a:r>
            <a:endParaRPr lang="en-US" sz="7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B342174-5267-F4B6-BF6C-32A7C46A67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816" y="6660173"/>
            <a:ext cx="2006600" cy="15621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B8DF1A9-AA58-C50D-5BD0-996AB810808C}"/>
              </a:ext>
            </a:extLst>
          </p:cNvPr>
          <p:cNvSpPr txBox="1"/>
          <p:nvPr/>
        </p:nvSpPr>
        <p:spPr>
          <a:xfrm>
            <a:off x="0" y="7180829"/>
            <a:ext cx="160866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Dusp2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D3D6DCB-7772-6BCD-63BA-B7BA120AA9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9675" y="6669924"/>
            <a:ext cx="1968500" cy="15621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4DBE4EE-C26A-E1B2-A1F0-F2F5D68583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9675" y="5166668"/>
            <a:ext cx="1968500" cy="15621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554ABCD-1CD6-12BF-7588-CD4E71BC24B0}"/>
              </a:ext>
            </a:extLst>
          </p:cNvPr>
          <p:cNvSpPr txBox="1"/>
          <p:nvPr/>
        </p:nvSpPr>
        <p:spPr>
          <a:xfrm>
            <a:off x="-2656675" y="7496731"/>
            <a:ext cx="1798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macropahge</a:t>
            </a:r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F9FCC83-CCF0-1673-1E3A-31867A01F3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9675" y="8107181"/>
            <a:ext cx="1968500" cy="15748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899D770-719C-D78B-CFF5-36D33600FC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866" y="8122056"/>
            <a:ext cx="1968500" cy="15621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6E2140B-430A-9B19-22BA-DA36F5D0E14F}"/>
              </a:ext>
            </a:extLst>
          </p:cNvPr>
          <p:cNvSpPr txBox="1"/>
          <p:nvPr/>
        </p:nvSpPr>
        <p:spPr>
          <a:xfrm>
            <a:off x="-42343" y="8612428"/>
            <a:ext cx="160866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S100a6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3A0CE1-C711-619B-E634-16196C9D4285}"/>
              </a:ext>
            </a:extLst>
          </p:cNvPr>
          <p:cNvSpPr txBox="1"/>
          <p:nvPr/>
        </p:nvSpPr>
        <p:spPr>
          <a:xfrm>
            <a:off x="1324377" y="5030659"/>
            <a:ext cx="861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Male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B9A68A-4724-F242-F6C0-CD01A02FEB58}"/>
              </a:ext>
            </a:extLst>
          </p:cNvPr>
          <p:cNvSpPr txBox="1"/>
          <p:nvPr/>
        </p:nvSpPr>
        <p:spPr>
          <a:xfrm>
            <a:off x="3236286" y="5025208"/>
            <a:ext cx="8612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Female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38C281-D309-F210-87E1-FE9E5C1190A4}"/>
              </a:ext>
            </a:extLst>
          </p:cNvPr>
          <p:cNvSpPr txBox="1"/>
          <p:nvPr/>
        </p:nvSpPr>
        <p:spPr>
          <a:xfrm>
            <a:off x="56903" y="4806072"/>
            <a:ext cx="160866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8101D4-743C-D051-8E99-FE8248C0D61E}"/>
              </a:ext>
            </a:extLst>
          </p:cNvPr>
          <p:cNvSpPr txBox="1"/>
          <p:nvPr/>
        </p:nvSpPr>
        <p:spPr>
          <a:xfrm>
            <a:off x="57919" y="101412"/>
            <a:ext cx="160866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8026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860B6-525B-17B8-97EC-2603CFC79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92839" y="470061"/>
            <a:ext cx="1592839" cy="1709584"/>
          </a:xfrm>
        </p:spPr>
        <p:txBody>
          <a:bodyPr/>
          <a:lstStyle/>
          <a:p>
            <a:r>
              <a:rPr lang="en-US" dirty="0"/>
              <a:t>Supp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F0226-7ADA-3C6E-1096-B7B05767442B}"/>
              </a:ext>
            </a:extLst>
          </p:cNvPr>
          <p:cNvSpPr txBox="1"/>
          <p:nvPr/>
        </p:nvSpPr>
        <p:spPr>
          <a:xfrm>
            <a:off x="1919666" y="217435"/>
            <a:ext cx="539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081CD-DC25-FBB1-F66E-D203FFA63DDE}"/>
              </a:ext>
            </a:extLst>
          </p:cNvPr>
          <p:cNvSpPr txBox="1"/>
          <p:nvPr/>
        </p:nvSpPr>
        <p:spPr>
          <a:xfrm>
            <a:off x="4435029" y="222273"/>
            <a:ext cx="6910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F57A7-B2EE-9ED6-7F34-78576D2C947E}"/>
              </a:ext>
            </a:extLst>
          </p:cNvPr>
          <p:cNvSpPr txBox="1"/>
          <p:nvPr/>
        </p:nvSpPr>
        <p:spPr>
          <a:xfrm>
            <a:off x="1919666" y="2331322"/>
            <a:ext cx="539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FF9B8-AFCB-3F64-6D1B-BA475DC3CBF6}"/>
              </a:ext>
            </a:extLst>
          </p:cNvPr>
          <p:cNvSpPr txBox="1"/>
          <p:nvPr/>
        </p:nvSpPr>
        <p:spPr>
          <a:xfrm>
            <a:off x="4430802" y="2331321"/>
            <a:ext cx="8507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6F263A-C60F-FE5A-D268-654EBB3E9CB5}"/>
              </a:ext>
            </a:extLst>
          </p:cNvPr>
          <p:cNvSpPr txBox="1"/>
          <p:nvPr/>
        </p:nvSpPr>
        <p:spPr>
          <a:xfrm>
            <a:off x="946209" y="4717173"/>
            <a:ext cx="539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19DCF-7200-3A44-4954-BE321D3E9281}"/>
              </a:ext>
            </a:extLst>
          </p:cNvPr>
          <p:cNvSpPr txBox="1"/>
          <p:nvPr/>
        </p:nvSpPr>
        <p:spPr>
          <a:xfrm>
            <a:off x="2927409" y="4624826"/>
            <a:ext cx="126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SMC1: ascending thoracic aorta / aortic arch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2FC29-5879-D6E2-CC07-B4608E75AEDB}"/>
              </a:ext>
            </a:extLst>
          </p:cNvPr>
          <p:cNvSpPr txBox="1"/>
          <p:nvPr/>
        </p:nvSpPr>
        <p:spPr>
          <a:xfrm>
            <a:off x="5317683" y="4624826"/>
            <a:ext cx="126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SMC2: descending thoracic aorta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3D8944-E88D-810D-E355-80A116E96EB3}"/>
              </a:ext>
            </a:extLst>
          </p:cNvPr>
          <p:cNvSpPr txBox="1"/>
          <p:nvPr/>
        </p:nvSpPr>
        <p:spPr>
          <a:xfrm>
            <a:off x="5698190" y="3059033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19 cells and 115582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FA160A-FAE5-B118-25D2-10D17FD7DFBB}"/>
              </a:ext>
            </a:extLst>
          </p:cNvPr>
          <p:cNvSpPr txBox="1"/>
          <p:nvPr/>
        </p:nvSpPr>
        <p:spPr>
          <a:xfrm>
            <a:off x="85357" y="3059033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33 cells and 294321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83D27C-9D1C-E7AB-36D4-E708EBC76553}"/>
              </a:ext>
            </a:extLst>
          </p:cNvPr>
          <p:cNvSpPr txBox="1"/>
          <p:nvPr/>
        </p:nvSpPr>
        <p:spPr>
          <a:xfrm>
            <a:off x="84240" y="951559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305 cells and 2519300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950D3-E5CA-1109-68E8-53E76BDB63A6}"/>
              </a:ext>
            </a:extLst>
          </p:cNvPr>
          <p:cNvSpPr txBox="1"/>
          <p:nvPr/>
        </p:nvSpPr>
        <p:spPr>
          <a:xfrm>
            <a:off x="5698190" y="954336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305 cells and 2519300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F0C6DE-5770-3402-C4DC-52F9CB159AF6}"/>
              </a:ext>
            </a:extLst>
          </p:cNvPr>
          <p:cNvSpPr txBox="1"/>
          <p:nvPr/>
        </p:nvSpPr>
        <p:spPr>
          <a:xfrm>
            <a:off x="763397" y="6448895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430 cells and 5057676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5ADB16-7FAB-5206-0F0E-EE2A9CD4F2B5}"/>
              </a:ext>
            </a:extLst>
          </p:cNvPr>
          <p:cNvSpPr txBox="1"/>
          <p:nvPr/>
        </p:nvSpPr>
        <p:spPr>
          <a:xfrm>
            <a:off x="3093650" y="6448895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430 cells and 5057676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B8F2F4-2188-FF14-01F9-92D44BA2FC51}"/>
              </a:ext>
            </a:extLst>
          </p:cNvPr>
          <p:cNvSpPr txBox="1"/>
          <p:nvPr/>
        </p:nvSpPr>
        <p:spPr>
          <a:xfrm>
            <a:off x="5495447" y="6439847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430 cells and 5057676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233583-2A03-4761-B141-07D7A772A2F8}"/>
              </a:ext>
            </a:extLst>
          </p:cNvPr>
          <p:cNvSpPr txBox="1"/>
          <p:nvPr/>
        </p:nvSpPr>
        <p:spPr>
          <a:xfrm>
            <a:off x="84240" y="86393"/>
            <a:ext cx="3262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EFDFED-9E8E-6B76-5AD3-ABB1F265E069}"/>
              </a:ext>
            </a:extLst>
          </p:cNvPr>
          <p:cNvSpPr txBox="1"/>
          <p:nvPr/>
        </p:nvSpPr>
        <p:spPr>
          <a:xfrm>
            <a:off x="86304" y="4307753"/>
            <a:ext cx="3262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B90687C-7726-5A0F-1755-F34ED9E20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39238"/>
            <a:ext cx="1981200" cy="15621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0959141-9601-6021-A93B-5CDBD07FA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016" y="406499"/>
            <a:ext cx="1981200" cy="15748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5A01026-5958-E937-E6DC-3626514B6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523209"/>
            <a:ext cx="1981200" cy="1562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4D6707C-864C-1AD4-C87E-C41328451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2" y="2517373"/>
            <a:ext cx="2019300" cy="15621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97184E8-9E48-DABA-E206-F461992C4F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879413"/>
            <a:ext cx="1981200" cy="15621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511B874-C974-3B52-315F-E5C2D26799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0274" y="4865047"/>
            <a:ext cx="1981200" cy="15748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E41185A-719A-FDFF-0BE9-B901867903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1924" y="4865705"/>
            <a:ext cx="19812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7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DA092A-0B86-55D6-7C79-17518057A2DB}"/>
              </a:ext>
            </a:extLst>
          </p:cNvPr>
          <p:cNvSpPr txBox="1">
            <a:spLocks/>
          </p:cNvSpPr>
          <p:nvPr/>
        </p:nvSpPr>
        <p:spPr>
          <a:xfrm>
            <a:off x="-1592839" y="470061"/>
            <a:ext cx="1592839" cy="170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563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3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Supp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B2F746-61A5-D6A1-A97A-C22425B9D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142" y="470061"/>
            <a:ext cx="1892300" cy="165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01BE58-D672-358F-29C7-3255C4550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210" y="470061"/>
            <a:ext cx="1854200" cy="165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F8C038-C46A-9D44-89DF-3F4A4E6B9F44}"/>
              </a:ext>
            </a:extLst>
          </p:cNvPr>
          <p:cNvSpPr txBox="1"/>
          <p:nvPr/>
        </p:nvSpPr>
        <p:spPr>
          <a:xfrm>
            <a:off x="2303729" y="261018"/>
            <a:ext cx="8466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390AD3-A3B7-8E3F-C5EE-00763054C122}"/>
              </a:ext>
            </a:extLst>
          </p:cNvPr>
          <p:cNvSpPr txBox="1"/>
          <p:nvPr/>
        </p:nvSpPr>
        <p:spPr>
          <a:xfrm>
            <a:off x="4306342" y="261018"/>
            <a:ext cx="8466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0B9570-FA6F-A0F5-5C8B-007EE4143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03" y="2936258"/>
            <a:ext cx="1955800" cy="165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9C5D0F-C615-0ECB-EE6F-4A32CCB4F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239" y="2936258"/>
            <a:ext cx="1955800" cy="1651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8CC4EE-360D-B2CE-833F-973F99A97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775" y="2936258"/>
            <a:ext cx="1854200" cy="1651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275E93-152D-1EBE-FFCA-1715E7F1441E}"/>
              </a:ext>
            </a:extLst>
          </p:cNvPr>
          <p:cNvSpPr txBox="1"/>
          <p:nvPr/>
        </p:nvSpPr>
        <p:spPr>
          <a:xfrm>
            <a:off x="1350780" y="2610393"/>
            <a:ext cx="539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2956BF-C404-017D-D881-9A01D67DEAD7}"/>
              </a:ext>
            </a:extLst>
          </p:cNvPr>
          <p:cNvSpPr txBox="1"/>
          <p:nvPr/>
        </p:nvSpPr>
        <p:spPr>
          <a:xfrm>
            <a:off x="3076955" y="2608546"/>
            <a:ext cx="126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SMC1: ascending thoracic aorta / aortic arch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C1E615-8B9E-D961-A24F-19DE63DDF0E8}"/>
              </a:ext>
            </a:extLst>
          </p:cNvPr>
          <p:cNvSpPr txBox="1"/>
          <p:nvPr/>
        </p:nvSpPr>
        <p:spPr>
          <a:xfrm>
            <a:off x="5110214" y="2611205"/>
            <a:ext cx="126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SMC2: descending thoracic aorta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814909-9EE1-36F9-5E31-C2EB287C289C}"/>
              </a:ext>
            </a:extLst>
          </p:cNvPr>
          <p:cNvSpPr txBox="1"/>
          <p:nvPr/>
        </p:nvSpPr>
        <p:spPr>
          <a:xfrm>
            <a:off x="1297371" y="107074"/>
            <a:ext cx="3079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143938-3E84-EC17-D47A-C2EC9E912394}"/>
              </a:ext>
            </a:extLst>
          </p:cNvPr>
          <p:cNvSpPr txBox="1"/>
          <p:nvPr/>
        </p:nvSpPr>
        <p:spPr>
          <a:xfrm>
            <a:off x="514703" y="2328604"/>
            <a:ext cx="3079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87671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2197</TotalTime>
  <Words>136</Words>
  <Application>Microsoft Macintosh PowerPoint</Application>
  <PresentationFormat>Custom</PresentationFormat>
  <Paragraphs>57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Supp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42</cp:revision>
  <dcterms:created xsi:type="dcterms:W3CDTF">2022-09-13T02:17:13Z</dcterms:created>
  <dcterms:modified xsi:type="dcterms:W3CDTF">2022-12-02T20:25:09Z</dcterms:modified>
</cp:coreProperties>
</file>