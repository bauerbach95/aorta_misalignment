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1" r:id="rId2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5" userDrawn="1">
          <p15:clr>
            <a:srgbClr val="A4A3A4"/>
          </p15:clr>
        </p15:guide>
        <p15:guide id="2" pos="3750" userDrawn="1">
          <p15:clr>
            <a:srgbClr val="A4A3A4"/>
          </p15:clr>
        </p15:guide>
        <p15:guide id="4" orient="horz" pos="5939" userDrawn="1">
          <p15:clr>
            <a:srgbClr val="A4A3A4"/>
          </p15:clr>
        </p15:guide>
        <p15:guide id="5" orient="horz" pos="4499" userDrawn="1">
          <p15:clr>
            <a:srgbClr val="A4A3A4"/>
          </p15:clr>
        </p15:guide>
        <p15:guide id="6" pos="2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2"/>
    <p:restoredTop sz="94719"/>
  </p:normalViewPr>
  <p:slideViewPr>
    <p:cSldViewPr snapToGrid="0" showGuides="1">
      <p:cViewPr>
        <p:scale>
          <a:sx n="173" d="100"/>
          <a:sy n="173" d="100"/>
        </p:scale>
        <p:origin x="2064" y="144"/>
      </p:cViewPr>
      <p:guideLst>
        <p:guide orient="horz" pos="5795"/>
        <p:guide pos="3750"/>
        <p:guide orient="horz" pos="5939"/>
        <p:guide orient="horz" pos="4499"/>
        <p:guide pos="25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12/1/22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B0F6BA-A90B-23E8-8DD3-BC4EC5AA52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55" y="750919"/>
            <a:ext cx="4346120" cy="460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2CA30B-1AE3-FB1D-930C-37EC135B9C7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/>
          <a:stretch/>
        </p:blipFill>
        <p:spPr>
          <a:xfrm>
            <a:off x="899472" y="2274919"/>
            <a:ext cx="4352752" cy="46035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2935F5-47D4-C3F4-BC4B-D53B5C35838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4"/>
          <a:stretch/>
        </p:blipFill>
        <p:spPr>
          <a:xfrm>
            <a:off x="908255" y="1387642"/>
            <a:ext cx="4346119" cy="437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52ACB1-6D80-1037-EDB0-B3D92765A0D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" t="11250" r="2568" b="10725"/>
          <a:stretch/>
        </p:blipFill>
        <p:spPr>
          <a:xfrm>
            <a:off x="908254" y="2911642"/>
            <a:ext cx="4346120" cy="4808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07B05D-2D81-9C92-FE0B-C8929E004923}"/>
              </a:ext>
            </a:extLst>
          </p:cNvPr>
          <p:cNvSpPr txBox="1"/>
          <p:nvPr/>
        </p:nvSpPr>
        <p:spPr>
          <a:xfrm>
            <a:off x="-243528" y="871053"/>
            <a:ext cx="1143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-Bmal1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73954F-55CC-6F72-7AEB-5D88AC4B477A}"/>
              </a:ext>
            </a:extLst>
          </p:cNvPr>
          <p:cNvSpPr txBox="1"/>
          <p:nvPr/>
        </p:nvSpPr>
        <p:spPr>
          <a:xfrm>
            <a:off x="-243528" y="1521049"/>
            <a:ext cx="1143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-actin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0E24E8-AE0F-4579-3B04-27E3C5E319FA}"/>
              </a:ext>
            </a:extLst>
          </p:cNvPr>
          <p:cNvSpPr txBox="1"/>
          <p:nvPr/>
        </p:nvSpPr>
        <p:spPr>
          <a:xfrm>
            <a:off x="-243528" y="2454442"/>
            <a:ext cx="1143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-Bmal1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EB56A6-B08D-1536-7449-C5CBDCB61401}"/>
              </a:ext>
            </a:extLst>
          </p:cNvPr>
          <p:cNvSpPr txBox="1"/>
          <p:nvPr/>
        </p:nvSpPr>
        <p:spPr>
          <a:xfrm>
            <a:off x="-243528" y="3076517"/>
            <a:ext cx="1143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-actin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F7483E-D136-2FFE-7521-E9B388341152}"/>
              </a:ext>
            </a:extLst>
          </p:cNvPr>
          <p:cNvSpPr txBox="1"/>
          <p:nvPr/>
        </p:nvSpPr>
        <p:spPr>
          <a:xfrm>
            <a:off x="5252224" y="871053"/>
            <a:ext cx="10254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~70 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E9565F-2C65-D7B9-80FE-3E826E250B84}"/>
              </a:ext>
            </a:extLst>
          </p:cNvPr>
          <p:cNvSpPr txBox="1"/>
          <p:nvPr/>
        </p:nvSpPr>
        <p:spPr>
          <a:xfrm>
            <a:off x="5252224" y="1524587"/>
            <a:ext cx="10254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~42 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C7A6E6-2250-C818-9B46-C0CD015F7796}"/>
              </a:ext>
            </a:extLst>
          </p:cNvPr>
          <p:cNvSpPr txBox="1"/>
          <p:nvPr/>
        </p:nvSpPr>
        <p:spPr>
          <a:xfrm>
            <a:off x="5252224" y="2427319"/>
            <a:ext cx="10254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~70 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35CE8-4E73-0CEF-8058-136BA468C26A}"/>
              </a:ext>
            </a:extLst>
          </p:cNvPr>
          <p:cNvSpPr txBox="1"/>
          <p:nvPr/>
        </p:nvSpPr>
        <p:spPr>
          <a:xfrm>
            <a:off x="5252224" y="3076516"/>
            <a:ext cx="10254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~42  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kDa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2415E-AD12-0028-5D94-D0A6272CDD21}"/>
              </a:ext>
            </a:extLst>
          </p:cNvPr>
          <p:cNvSpPr txBox="1"/>
          <p:nvPr/>
        </p:nvSpPr>
        <p:spPr>
          <a:xfrm>
            <a:off x="-243528" y="637310"/>
            <a:ext cx="1143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EDA8D8-1B23-74CA-306B-FBDB821BBF2D}"/>
              </a:ext>
            </a:extLst>
          </p:cNvPr>
          <p:cNvSpPr txBox="1"/>
          <p:nvPr/>
        </p:nvSpPr>
        <p:spPr>
          <a:xfrm>
            <a:off x="-221572" y="2192778"/>
            <a:ext cx="1143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747612-5A5A-F382-F5FF-C5391274E21A}"/>
              </a:ext>
            </a:extLst>
          </p:cNvPr>
          <p:cNvSpPr txBox="1"/>
          <p:nvPr/>
        </p:nvSpPr>
        <p:spPr>
          <a:xfrm>
            <a:off x="820221" y="458727"/>
            <a:ext cx="44320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    ZT  0           6          12         18           0           6          12          18           0            6           12         18         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15C4E2-8EE6-17BA-E7FD-5EE497CAE173}"/>
              </a:ext>
            </a:extLst>
          </p:cNvPr>
          <p:cNvCxnSpPr>
            <a:cxnSpLocks/>
          </p:cNvCxnSpPr>
          <p:nvPr/>
        </p:nvCxnSpPr>
        <p:spPr>
          <a:xfrm>
            <a:off x="1018182" y="383119"/>
            <a:ext cx="1284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7ABC9B5-91C6-EBAE-AEBD-9A97ACC80453}"/>
              </a:ext>
            </a:extLst>
          </p:cNvPr>
          <p:cNvSpPr txBox="1"/>
          <p:nvPr/>
        </p:nvSpPr>
        <p:spPr>
          <a:xfrm>
            <a:off x="1245197" y="170848"/>
            <a:ext cx="9252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Aligned Bmal1 WT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A54760C-ADB7-E20D-DAE6-9665A04F0590}"/>
              </a:ext>
            </a:extLst>
          </p:cNvPr>
          <p:cNvCxnSpPr>
            <a:cxnSpLocks/>
          </p:cNvCxnSpPr>
          <p:nvPr/>
        </p:nvCxnSpPr>
        <p:spPr>
          <a:xfrm flipV="1">
            <a:off x="2518313" y="380971"/>
            <a:ext cx="1111409" cy="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0F72872-08A3-0D03-76CB-F55DFA7948DD}"/>
              </a:ext>
            </a:extLst>
          </p:cNvPr>
          <p:cNvSpPr txBox="1"/>
          <p:nvPr/>
        </p:nvSpPr>
        <p:spPr>
          <a:xfrm>
            <a:off x="2546468" y="166535"/>
            <a:ext cx="10550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Misaligned Bmal1 WT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B72735-6F43-9D41-3544-58C7F1FFDFC4}"/>
              </a:ext>
            </a:extLst>
          </p:cNvPr>
          <p:cNvCxnSpPr>
            <a:cxnSpLocks/>
          </p:cNvCxnSpPr>
          <p:nvPr/>
        </p:nvCxnSpPr>
        <p:spPr>
          <a:xfrm>
            <a:off x="3882949" y="386380"/>
            <a:ext cx="1112797" cy="2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F518C2B-1F06-72A3-E2B8-75E7848EFB97}"/>
              </a:ext>
            </a:extLst>
          </p:cNvPr>
          <p:cNvSpPr txBox="1"/>
          <p:nvPr/>
        </p:nvSpPr>
        <p:spPr>
          <a:xfrm>
            <a:off x="3981529" y="177065"/>
            <a:ext cx="9156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Aligned Bmal1 KO</a:t>
            </a:r>
          </a:p>
        </p:txBody>
      </p: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2068</TotalTime>
  <Words>50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34</cp:revision>
  <dcterms:created xsi:type="dcterms:W3CDTF">2022-09-13T02:17:13Z</dcterms:created>
  <dcterms:modified xsi:type="dcterms:W3CDTF">2022-12-01T15:58:59Z</dcterms:modified>
</cp:coreProperties>
</file>