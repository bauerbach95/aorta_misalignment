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1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1" userDrawn="1">
          <p15:clr>
            <a:srgbClr val="A4A3A4"/>
          </p15:clr>
        </p15:guide>
        <p15:guide id="2" pos="3750" userDrawn="1">
          <p15:clr>
            <a:srgbClr val="A4A3A4"/>
          </p15:clr>
        </p15:guide>
        <p15:guide id="4" orient="horz" pos="5099" userDrawn="1">
          <p15:clr>
            <a:srgbClr val="A4A3A4"/>
          </p15:clr>
        </p15:guide>
        <p15:guide id="6" pos="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694"/>
  </p:normalViewPr>
  <p:slideViewPr>
    <p:cSldViewPr snapToGrid="0" showGuides="1">
      <p:cViewPr>
        <p:scale>
          <a:sx n="71" d="100"/>
          <a:sy n="71" d="100"/>
        </p:scale>
        <p:origin x="3912" y="472"/>
      </p:cViewPr>
      <p:guideLst>
        <p:guide orient="horz" pos="851"/>
        <p:guide pos="3750"/>
        <p:guide orient="horz" pos="5099"/>
        <p:guide pos="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9EACD-E6F8-5E0C-E3AA-174F4235A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31" y="156034"/>
            <a:ext cx="2641600" cy="1435100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927410" y="56006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AB0ED651-9B30-6D3F-4EDD-CB5BD6A36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15" y="3626581"/>
            <a:ext cx="2120900" cy="15621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31B6B1F4-CA11-A0E1-13A8-EFEC57766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315" y="1939405"/>
            <a:ext cx="2120900" cy="15621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3B31695D-9652-A3DF-E018-E1AFCED9B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529" y="1939405"/>
            <a:ext cx="2120900" cy="15621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DEE1C4BE-F8A8-2811-D83D-1B5FFD01DD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182" y="3626581"/>
            <a:ext cx="2120900" cy="1562100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30AAA19C-1D7E-4129-BABF-CAF8C5E5B155}"/>
              </a:ext>
            </a:extLst>
          </p:cNvPr>
          <p:cNvSpPr txBox="1"/>
          <p:nvPr/>
        </p:nvSpPr>
        <p:spPr>
          <a:xfrm>
            <a:off x="2738520" y="1819892"/>
            <a:ext cx="5207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1DF6931-D61A-4E31-F7C3-9F08C917886B}"/>
              </a:ext>
            </a:extLst>
          </p:cNvPr>
          <p:cNvSpPr txBox="1"/>
          <p:nvPr/>
        </p:nvSpPr>
        <p:spPr>
          <a:xfrm>
            <a:off x="4575538" y="1826546"/>
            <a:ext cx="6923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0664F20-C54B-588C-6BC1-B7FE79C76BC9}"/>
              </a:ext>
            </a:extLst>
          </p:cNvPr>
          <p:cNvSpPr txBox="1"/>
          <p:nvPr/>
        </p:nvSpPr>
        <p:spPr>
          <a:xfrm>
            <a:off x="4575538" y="3514336"/>
            <a:ext cx="7054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B663C65-572E-938B-48F4-76E309120722}"/>
              </a:ext>
            </a:extLst>
          </p:cNvPr>
          <p:cNvSpPr txBox="1"/>
          <p:nvPr/>
        </p:nvSpPr>
        <p:spPr>
          <a:xfrm>
            <a:off x="2595195" y="3500922"/>
            <a:ext cx="8246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8C8ED302-813C-7281-6925-37858DCF46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9431" y="5471379"/>
            <a:ext cx="2006600" cy="1663700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71FF68E2-0461-C4D8-415E-0214D2B9E8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3321" y="5471379"/>
            <a:ext cx="2006600" cy="1663700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8C551907-F40D-AB86-C3ED-2DC412870E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9431" y="7235107"/>
            <a:ext cx="2006600" cy="1663700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E480EEBA-ABEE-8617-E667-CE92B0E666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321" y="7235107"/>
            <a:ext cx="2006600" cy="1663700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298A2FE4-9CC8-45DB-13AA-D56A7E529FBB}"/>
              </a:ext>
            </a:extLst>
          </p:cNvPr>
          <p:cNvSpPr txBox="1"/>
          <p:nvPr/>
        </p:nvSpPr>
        <p:spPr>
          <a:xfrm>
            <a:off x="2620538" y="5371351"/>
            <a:ext cx="5207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04D8489-7156-0046-01EB-00D51D85E42F}"/>
              </a:ext>
            </a:extLst>
          </p:cNvPr>
          <p:cNvSpPr txBox="1"/>
          <p:nvPr/>
        </p:nvSpPr>
        <p:spPr>
          <a:xfrm>
            <a:off x="4586906" y="5371351"/>
            <a:ext cx="6923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8189DD1-AF11-BDB7-8883-FFF32015D2FF}"/>
              </a:ext>
            </a:extLst>
          </p:cNvPr>
          <p:cNvSpPr txBox="1"/>
          <p:nvPr/>
        </p:nvSpPr>
        <p:spPr>
          <a:xfrm>
            <a:off x="2514709" y="7130208"/>
            <a:ext cx="7054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95D46B8-166B-F483-3615-901E6A15692C}"/>
              </a:ext>
            </a:extLst>
          </p:cNvPr>
          <p:cNvSpPr txBox="1"/>
          <p:nvPr/>
        </p:nvSpPr>
        <p:spPr>
          <a:xfrm>
            <a:off x="4520767" y="7135079"/>
            <a:ext cx="8246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C2DC53-8864-F026-162C-BF7A7DF3544B}"/>
              </a:ext>
            </a:extLst>
          </p:cNvPr>
          <p:cNvSpPr txBox="1"/>
          <p:nvPr/>
        </p:nvSpPr>
        <p:spPr>
          <a:xfrm>
            <a:off x="1601089" y="173935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4087361-B8D9-869F-0991-648012FF95A2}"/>
              </a:ext>
            </a:extLst>
          </p:cNvPr>
          <p:cNvSpPr txBox="1"/>
          <p:nvPr/>
        </p:nvSpPr>
        <p:spPr>
          <a:xfrm>
            <a:off x="1602426" y="5188681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FF66F-A4B8-F296-E639-DBDE8B7B4B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9215" y="145055"/>
            <a:ext cx="27432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1901</TotalTime>
  <Words>12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34</cp:revision>
  <dcterms:created xsi:type="dcterms:W3CDTF">2022-09-13T02:17:13Z</dcterms:created>
  <dcterms:modified xsi:type="dcterms:W3CDTF">2022-12-02T22:31:22Z</dcterms:modified>
</cp:coreProperties>
</file>