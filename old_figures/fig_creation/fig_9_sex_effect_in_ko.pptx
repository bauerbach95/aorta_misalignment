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6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966" userDrawn="1">
          <p15:clr>
            <a:srgbClr val="A4A3A4"/>
          </p15:clr>
        </p15:guide>
        <p15:guide id="4" orient="horz" pos="3947" userDrawn="1">
          <p15:clr>
            <a:srgbClr val="A4A3A4"/>
          </p15:clr>
        </p15:guide>
        <p15:guide id="5" orient="horz" pos="4979" userDrawn="1">
          <p15:clr>
            <a:srgbClr val="A4A3A4"/>
          </p15:clr>
        </p15:guide>
        <p15:guide id="6" pos="21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33"/>
    <p:restoredTop sz="96327"/>
  </p:normalViewPr>
  <p:slideViewPr>
    <p:cSldViewPr snapToGrid="0" showGuides="1">
      <p:cViewPr>
        <p:scale>
          <a:sx n="213" d="100"/>
          <a:sy n="213" d="100"/>
        </p:scale>
        <p:origin x="688" y="-6488"/>
      </p:cViewPr>
      <p:guideLst>
        <p:guide orient="horz" pos="5795"/>
        <p:guide pos="966"/>
        <p:guide orient="horz" pos="3947"/>
        <p:guide orient="horz" pos="4979"/>
        <p:guide pos="21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1461475" y="-1657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E993E-5414-526C-5859-46E7CD6D12ED}"/>
              </a:ext>
            </a:extLst>
          </p:cNvPr>
          <p:cNvSpPr txBox="1"/>
          <p:nvPr/>
        </p:nvSpPr>
        <p:spPr>
          <a:xfrm>
            <a:off x="935235" y="161858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95D61-68BA-11C9-5BCD-DB51BB18949B}"/>
              </a:ext>
            </a:extLst>
          </p:cNvPr>
          <p:cNvSpPr txBox="1"/>
          <p:nvPr/>
        </p:nvSpPr>
        <p:spPr>
          <a:xfrm>
            <a:off x="810437" y="2216362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FBE9C-A40E-2BE6-D005-A20CA9DE1518}"/>
              </a:ext>
            </a:extLst>
          </p:cNvPr>
          <p:cNvSpPr txBox="1"/>
          <p:nvPr/>
        </p:nvSpPr>
        <p:spPr>
          <a:xfrm>
            <a:off x="4912753" y="2211547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5546C5-5D7A-30D4-F821-5CD4F848A558}"/>
              </a:ext>
            </a:extLst>
          </p:cNvPr>
          <p:cNvSpPr txBox="1"/>
          <p:nvPr/>
        </p:nvSpPr>
        <p:spPr>
          <a:xfrm>
            <a:off x="4912753" y="3773647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67540-E687-D657-2DD3-B0B47FBA2BE3}"/>
              </a:ext>
            </a:extLst>
          </p:cNvPr>
          <p:cNvSpPr txBox="1"/>
          <p:nvPr/>
        </p:nvSpPr>
        <p:spPr>
          <a:xfrm>
            <a:off x="807058" y="3769935"/>
            <a:ext cx="3738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118E3E-0C19-FE98-681C-2F8A3E91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028" y="183480"/>
            <a:ext cx="2641600" cy="1435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52BB0F-1A3F-94A4-CBCB-A4AE143BC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84" y="1718608"/>
            <a:ext cx="2082800" cy="1574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F2D8C2-ECDE-3090-A225-F1676657A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819" y="1746303"/>
            <a:ext cx="2082800" cy="15621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D570F65-51B9-7C77-EAEB-26677DBDE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884" y="3326978"/>
            <a:ext cx="2082800" cy="1562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E4D3E8-1613-7B72-3E30-A85007DDF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819" y="3303759"/>
            <a:ext cx="2082800" cy="15621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E4BD1-794C-AE13-A44D-4436200B8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819" y="5084763"/>
            <a:ext cx="2032000" cy="15621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0C6975A-D38E-7A08-9238-83755FF4DFA9}"/>
              </a:ext>
            </a:extLst>
          </p:cNvPr>
          <p:cNvSpPr txBox="1"/>
          <p:nvPr/>
        </p:nvSpPr>
        <p:spPr>
          <a:xfrm>
            <a:off x="837204" y="5051683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DEAD230-4F51-813D-5A64-EC9C21CF0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7535" y="5050261"/>
            <a:ext cx="1993900" cy="15621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D041735-1136-353B-DF73-BEDC7E35A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710" y="6680433"/>
            <a:ext cx="1993900" cy="15621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C47CF31-345D-E586-116F-C115F834E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8335" y="6680433"/>
            <a:ext cx="1943100" cy="15621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70FE09E-86F8-C6D4-364B-C244134F8A70}"/>
              </a:ext>
            </a:extLst>
          </p:cNvPr>
          <p:cNvSpPr txBox="1"/>
          <p:nvPr/>
        </p:nvSpPr>
        <p:spPr>
          <a:xfrm>
            <a:off x="4913312" y="5557961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7DE381-2BE4-AE2A-7C9B-5726EC639136}"/>
              </a:ext>
            </a:extLst>
          </p:cNvPr>
          <p:cNvSpPr txBox="1"/>
          <p:nvPr/>
        </p:nvSpPr>
        <p:spPr>
          <a:xfrm>
            <a:off x="4913312" y="7120061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3BB82D-D640-B900-F734-D4F4E594B29F}"/>
              </a:ext>
            </a:extLst>
          </p:cNvPr>
          <p:cNvSpPr txBox="1"/>
          <p:nvPr/>
        </p:nvSpPr>
        <p:spPr>
          <a:xfrm>
            <a:off x="741182" y="5566488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E39E10-5055-F9B9-FF18-83C647AEC48B}"/>
              </a:ext>
            </a:extLst>
          </p:cNvPr>
          <p:cNvSpPr txBox="1"/>
          <p:nvPr/>
        </p:nvSpPr>
        <p:spPr>
          <a:xfrm>
            <a:off x="737803" y="7120061"/>
            <a:ext cx="3738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</p:spTree>
    <p:extLst>
      <p:ext uri="{BB962C8B-B14F-4D97-AF65-F5344CB8AC3E}">
        <p14:creationId xmlns:p14="http://schemas.microsoft.com/office/powerpoint/2010/main" val="1840285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4714</TotalTime>
  <Words>12</Words>
  <Application>Microsoft Macintosh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47</cp:revision>
  <dcterms:created xsi:type="dcterms:W3CDTF">2022-09-13T02:17:13Z</dcterms:created>
  <dcterms:modified xsi:type="dcterms:W3CDTF">2022-11-28T21:10:03Z</dcterms:modified>
</cp:coreProperties>
</file>