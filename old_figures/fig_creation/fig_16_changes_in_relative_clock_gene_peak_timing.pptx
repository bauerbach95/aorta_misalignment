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1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1974" userDrawn="1">
          <p15:clr>
            <a:srgbClr val="A4A3A4"/>
          </p15:clr>
        </p15:guide>
        <p15:guide id="4" orient="horz" pos="5939" userDrawn="1">
          <p15:clr>
            <a:srgbClr val="A4A3A4"/>
          </p15:clr>
        </p15:guide>
        <p15:guide id="5" orient="horz" pos="1115" userDrawn="1">
          <p15:clr>
            <a:srgbClr val="A4A3A4"/>
          </p15:clr>
        </p15:guide>
        <p15:guide id="6" pos="678" userDrawn="1">
          <p15:clr>
            <a:srgbClr val="A4A3A4"/>
          </p15:clr>
        </p15:guide>
        <p15:guide id="7" orient="horz" pos="21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5"/>
    <p:restoredTop sz="94719"/>
  </p:normalViewPr>
  <p:slideViewPr>
    <p:cSldViewPr snapToGrid="0" showGuides="1">
      <p:cViewPr>
        <p:scale>
          <a:sx n="132" d="100"/>
          <a:sy n="132" d="100"/>
        </p:scale>
        <p:origin x="3064" y="144"/>
      </p:cViewPr>
      <p:guideLst>
        <p:guide orient="horz" pos="5795"/>
        <p:guide pos="1974"/>
        <p:guide orient="horz" pos="5939"/>
        <p:guide orient="horz" pos="1115"/>
        <p:guide pos="678"/>
        <p:guide orient="horz" pos="21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57EB0A-2F6F-2C9B-C5C7-841AC6E3C9FD}"/>
              </a:ext>
            </a:extLst>
          </p:cNvPr>
          <p:cNvSpPr txBox="1"/>
          <p:nvPr/>
        </p:nvSpPr>
        <p:spPr>
          <a:xfrm>
            <a:off x="1374756" y="15000"/>
            <a:ext cx="4368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Per1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1EC54-0C28-AC61-1B7E-7623388A075A}"/>
              </a:ext>
            </a:extLst>
          </p:cNvPr>
          <p:cNvSpPr txBox="1"/>
          <p:nvPr/>
        </p:nvSpPr>
        <p:spPr>
          <a:xfrm>
            <a:off x="3475227" y="15000"/>
            <a:ext cx="3767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Per2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0BC22-B1B6-F482-03B8-B5934CE66EEA}"/>
              </a:ext>
            </a:extLst>
          </p:cNvPr>
          <p:cNvSpPr txBox="1"/>
          <p:nvPr/>
        </p:nvSpPr>
        <p:spPr>
          <a:xfrm>
            <a:off x="52661" y="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69C780-CCAE-B54B-6407-B3A2D069A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29" y="215055"/>
            <a:ext cx="19939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296148-38D9-E1FB-1CB8-80374636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1" y="215055"/>
            <a:ext cx="1993900" cy="1562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E48781-A809-152A-0572-4F67CDC4E35A}"/>
              </a:ext>
            </a:extLst>
          </p:cNvPr>
          <p:cNvSpPr txBox="1"/>
          <p:nvPr/>
        </p:nvSpPr>
        <p:spPr>
          <a:xfrm>
            <a:off x="52661" y="736586"/>
            <a:ext cx="4368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0E8F5E-A662-AE9B-47FA-DC109A12F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29" y="1884363"/>
            <a:ext cx="1993900" cy="156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C72F9A-0454-8BE9-6FD2-2581FD6AB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1" y="1884363"/>
            <a:ext cx="1993900" cy="15621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2DF706D-284E-F8F4-E6E0-7DF89C67C21F}"/>
              </a:ext>
            </a:extLst>
          </p:cNvPr>
          <p:cNvSpPr txBox="1"/>
          <p:nvPr/>
        </p:nvSpPr>
        <p:spPr>
          <a:xfrm>
            <a:off x="52661" y="2419082"/>
            <a:ext cx="5474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51E67D3-7F01-0E8B-2DA8-A85504BDA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31" y="4188619"/>
            <a:ext cx="1993900" cy="156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424F857-9327-3BEF-349B-123A5C235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6632" y="4188619"/>
            <a:ext cx="1993900" cy="15621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9C5FC0A-CC3D-1B1E-7B2F-0B82CD062AFA}"/>
              </a:ext>
            </a:extLst>
          </p:cNvPr>
          <p:cNvSpPr txBox="1"/>
          <p:nvPr/>
        </p:nvSpPr>
        <p:spPr>
          <a:xfrm>
            <a:off x="1479547" y="3988564"/>
            <a:ext cx="4368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5C0021-834B-68B1-9021-A50221BE117B}"/>
              </a:ext>
            </a:extLst>
          </p:cNvPr>
          <p:cNvSpPr txBox="1"/>
          <p:nvPr/>
        </p:nvSpPr>
        <p:spPr>
          <a:xfrm>
            <a:off x="3578230" y="3988563"/>
            <a:ext cx="5474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132B23-2EF9-BC20-D6FA-354D39B18D4A}"/>
              </a:ext>
            </a:extLst>
          </p:cNvPr>
          <p:cNvSpPr txBox="1"/>
          <p:nvPr/>
        </p:nvSpPr>
        <p:spPr>
          <a:xfrm>
            <a:off x="138013" y="4769614"/>
            <a:ext cx="3767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Per2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F8A24A-D1D7-1154-CE58-63F897FBEE1D}"/>
              </a:ext>
            </a:extLst>
          </p:cNvPr>
          <p:cNvSpPr txBox="1"/>
          <p:nvPr/>
        </p:nvSpPr>
        <p:spPr>
          <a:xfrm>
            <a:off x="52661" y="388547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2112</TotalTime>
  <Words>10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38</cp:revision>
  <dcterms:created xsi:type="dcterms:W3CDTF">2022-09-13T02:17:13Z</dcterms:created>
  <dcterms:modified xsi:type="dcterms:W3CDTF">2023-01-23T16:09:30Z</dcterms:modified>
</cp:coreProperties>
</file>