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9" r:id="rId2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5" userDrawn="1">
          <p15:clr>
            <a:srgbClr val="A4A3A4"/>
          </p15:clr>
        </p15:guide>
        <p15:guide id="2" pos="30" userDrawn="1">
          <p15:clr>
            <a:srgbClr val="A4A3A4"/>
          </p15:clr>
        </p15:guide>
        <p15:guide id="3" pos="1110" userDrawn="1">
          <p15:clr>
            <a:srgbClr val="A4A3A4"/>
          </p15:clr>
        </p15:guide>
        <p15:guide id="4" orient="horz" pos="41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7"/>
    <p:restoredTop sz="94719"/>
  </p:normalViewPr>
  <p:slideViewPr>
    <p:cSldViewPr snapToGrid="0" showGuides="1">
      <p:cViewPr>
        <p:scale>
          <a:sx n="109" d="100"/>
          <a:sy n="109" d="100"/>
        </p:scale>
        <p:origin x="3488" y="144"/>
      </p:cViewPr>
      <p:guideLst>
        <p:guide orient="horz" pos="2315"/>
        <p:guide pos="30"/>
        <p:guide pos="1110"/>
        <p:guide orient="horz" pos="4139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5D4CF-E485-DA49-8CFD-EA3388B2140F}" type="datetimeFigureOut">
              <a:rPr lang="en-US" smtClean="0"/>
              <a:t>12/1/22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0F09B-11ED-FD47-96C8-85937749C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2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12/1/22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F597E4-B068-52D3-55A9-A2790240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17490"/>
            <a:ext cx="1981200" cy="1562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DF7846-6ACF-A780-8986-0B517287B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016" y="417490"/>
            <a:ext cx="1981200" cy="1562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3295FC-75D9-472F-2B9A-4B9E7700F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65047"/>
            <a:ext cx="1981200" cy="1562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F300CA-2082-131D-5DC6-3EA530629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0274" y="4865047"/>
            <a:ext cx="1981200" cy="157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9C7538-82FE-BA84-C02B-0CD39C562C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548" y="4865047"/>
            <a:ext cx="1981200" cy="15748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CCDE3DB-E912-8056-3A93-0667545ED38C}"/>
              </a:ext>
            </a:extLst>
          </p:cNvPr>
          <p:cNvSpPr txBox="1"/>
          <p:nvPr/>
        </p:nvSpPr>
        <p:spPr>
          <a:xfrm>
            <a:off x="1919666" y="217435"/>
            <a:ext cx="539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ED4647-7743-C7F3-E3F6-30DB4A50BEFB}"/>
              </a:ext>
            </a:extLst>
          </p:cNvPr>
          <p:cNvSpPr txBox="1"/>
          <p:nvPr/>
        </p:nvSpPr>
        <p:spPr>
          <a:xfrm>
            <a:off x="4435029" y="222273"/>
            <a:ext cx="6910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BC2A6D-A767-BD5D-65BF-944CE014EC62}"/>
              </a:ext>
            </a:extLst>
          </p:cNvPr>
          <p:cNvSpPr txBox="1"/>
          <p:nvPr/>
        </p:nvSpPr>
        <p:spPr>
          <a:xfrm>
            <a:off x="1919666" y="2331322"/>
            <a:ext cx="539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CE9A60-8343-37B0-5BBF-F1002FB7D6F7}"/>
              </a:ext>
            </a:extLst>
          </p:cNvPr>
          <p:cNvSpPr txBox="1"/>
          <p:nvPr/>
        </p:nvSpPr>
        <p:spPr>
          <a:xfrm>
            <a:off x="4430802" y="2331321"/>
            <a:ext cx="85073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177230-4022-705E-54A6-6E783C0EEB36}"/>
              </a:ext>
            </a:extLst>
          </p:cNvPr>
          <p:cNvSpPr txBox="1"/>
          <p:nvPr/>
        </p:nvSpPr>
        <p:spPr>
          <a:xfrm>
            <a:off x="946209" y="4717173"/>
            <a:ext cx="5396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649C15-0797-B8FF-FFB6-4800A8A59DBC}"/>
              </a:ext>
            </a:extLst>
          </p:cNvPr>
          <p:cNvSpPr txBox="1"/>
          <p:nvPr/>
        </p:nvSpPr>
        <p:spPr>
          <a:xfrm>
            <a:off x="2927409" y="4624826"/>
            <a:ext cx="12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SMC1: ascending thoracic aorta / aortic arch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80ACFC-CE80-E818-FC9C-DB7D893AAE31}"/>
              </a:ext>
            </a:extLst>
          </p:cNvPr>
          <p:cNvSpPr txBox="1"/>
          <p:nvPr/>
        </p:nvSpPr>
        <p:spPr>
          <a:xfrm>
            <a:off x="5317683" y="4624826"/>
            <a:ext cx="1260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SMC2: descending thoracic aorta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DB71C5-7E4A-6249-D8D0-694707CA3F83}"/>
              </a:ext>
            </a:extLst>
          </p:cNvPr>
          <p:cNvSpPr txBox="1"/>
          <p:nvPr/>
        </p:nvSpPr>
        <p:spPr>
          <a:xfrm>
            <a:off x="5698190" y="3059033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19 cells and 115582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794F6B3-687C-B67D-B0CA-1401F59E91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6916" y="2540855"/>
            <a:ext cx="2019300" cy="15621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F95B2F1-33B2-2379-2411-070BB2FF4004}"/>
              </a:ext>
            </a:extLst>
          </p:cNvPr>
          <p:cNvSpPr txBox="1"/>
          <p:nvPr/>
        </p:nvSpPr>
        <p:spPr>
          <a:xfrm>
            <a:off x="85357" y="3059033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33 cells and 294321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C1B006-6E01-78D2-D35C-DDA9378E5E9B}"/>
              </a:ext>
            </a:extLst>
          </p:cNvPr>
          <p:cNvSpPr txBox="1"/>
          <p:nvPr/>
        </p:nvSpPr>
        <p:spPr>
          <a:xfrm>
            <a:off x="84240" y="951559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305 cells and 2519300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99F4CD-C5EF-BF43-CF47-BF02E0273D1D}"/>
              </a:ext>
            </a:extLst>
          </p:cNvPr>
          <p:cNvSpPr txBox="1"/>
          <p:nvPr/>
        </p:nvSpPr>
        <p:spPr>
          <a:xfrm>
            <a:off x="5698190" y="954336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305 cells and 2519300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040D58-1F25-9B23-CAF9-DFA0510B7588}"/>
              </a:ext>
            </a:extLst>
          </p:cNvPr>
          <p:cNvSpPr txBox="1"/>
          <p:nvPr/>
        </p:nvSpPr>
        <p:spPr>
          <a:xfrm>
            <a:off x="763397" y="6448895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CA3279-AE2D-8A0C-3F2F-C7DBD1A8EF96}"/>
              </a:ext>
            </a:extLst>
          </p:cNvPr>
          <p:cNvSpPr txBox="1"/>
          <p:nvPr/>
        </p:nvSpPr>
        <p:spPr>
          <a:xfrm>
            <a:off x="3093650" y="6448895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7CAD10-54C2-3D32-6714-DB7712931F13}"/>
              </a:ext>
            </a:extLst>
          </p:cNvPr>
          <p:cNvSpPr txBox="1"/>
          <p:nvPr/>
        </p:nvSpPr>
        <p:spPr>
          <a:xfrm>
            <a:off x="5495447" y="6439847"/>
            <a:ext cx="905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430 cells and 5057676 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pseudobulk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 UMIs per time point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8B098AB-9B47-AD69-4558-4571599C6C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2531376"/>
            <a:ext cx="1981200" cy="15621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FFF4D06-BEE5-0AC6-5CE8-DCE420740E77}"/>
              </a:ext>
            </a:extLst>
          </p:cNvPr>
          <p:cNvSpPr txBox="1"/>
          <p:nvPr/>
        </p:nvSpPr>
        <p:spPr>
          <a:xfrm>
            <a:off x="84240" y="86393"/>
            <a:ext cx="3262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A9F096-261A-3E17-7CC9-5CC3B35B50E4}"/>
              </a:ext>
            </a:extLst>
          </p:cNvPr>
          <p:cNvSpPr txBox="1"/>
          <p:nvPr/>
        </p:nvSpPr>
        <p:spPr>
          <a:xfrm>
            <a:off x="86304" y="4307753"/>
            <a:ext cx="32627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17983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</TotalTime>
  <Words>83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23</cp:revision>
  <dcterms:created xsi:type="dcterms:W3CDTF">2022-09-13T02:17:13Z</dcterms:created>
  <dcterms:modified xsi:type="dcterms:W3CDTF">2022-12-02T04:29:18Z</dcterms:modified>
</cp:coreProperties>
</file>